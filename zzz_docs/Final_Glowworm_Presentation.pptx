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3"/>
  </p:notesMasterIdLst>
  <p:sldIdLst>
    <p:sldId id="256" r:id="rId2"/>
    <p:sldId id="265" r:id="rId3"/>
    <p:sldId id="266" r:id="rId4"/>
    <p:sldId id="267" r:id="rId5"/>
    <p:sldId id="268" r:id="rId6"/>
    <p:sldId id="273" r:id="rId7"/>
    <p:sldId id="269" r:id="rId8"/>
    <p:sldId id="262" r:id="rId9"/>
    <p:sldId id="272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48A2D0-9312-A0AB-2AA5-13FC0DBC014A}" v="67" dt="2026-05-06T00:25:24.701"/>
    <p1510:client id="{9A11C267-510C-6BBC-FB44-BA8BF11C254B}" v="36" dt="2026-05-06T14:36:18.819"/>
    <p1510:client id="{A8BDCAE5-EF90-6CD2-6FB7-D0A6FEA0C148}" v="3" dt="2026-05-06T15:17:24.934"/>
    <p1510:client id="{AA7ACECE-E86F-8532-08EE-97605FFE727A}" v="42" dt="2026-05-06T14:14:59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nysa Omoregie" userId="S::69559002@nebraska.edu::ecae82fc-e8f0-438f-8501-84f2371b7b51" providerId="AD" clId="Web-{26B5F2A7-C3CF-8FC3-5D4F-54F7219CA29B}"/>
    <pc:docChg chg="addSld delSld modSld sldOrd">
      <pc:chgData name="Hennysa Omoregie" userId="S::69559002@nebraska.edu::ecae82fc-e8f0-438f-8501-84f2371b7b51" providerId="AD" clId="Web-{26B5F2A7-C3CF-8FC3-5D4F-54F7219CA29B}" dt="2026-04-13T14:23:00.835" v="1060" actId="20577"/>
      <pc:docMkLst>
        <pc:docMk/>
      </pc:docMkLst>
      <pc:sldChg chg="addSp delSp modSp new mod ord setBg">
        <pc:chgData name="Hennysa Omoregie" userId="S::69559002@nebraska.edu::ecae82fc-e8f0-438f-8501-84f2371b7b51" providerId="AD" clId="Web-{26B5F2A7-C3CF-8FC3-5D4F-54F7219CA29B}" dt="2026-04-13T14:21:16.820" v="989" actId="20577"/>
        <pc:sldMkLst>
          <pc:docMk/>
          <pc:sldMk cId="4277837997" sldId="262"/>
        </pc:sldMkLst>
        <pc:spChg chg="mod">
          <ac:chgData name="Hennysa Omoregie" userId="S::69559002@nebraska.edu::ecae82fc-e8f0-438f-8501-84f2371b7b51" providerId="AD" clId="Web-{26B5F2A7-C3CF-8FC3-5D4F-54F7219CA29B}" dt="2026-04-13T14:18:57.992" v="683" actId="14100"/>
          <ac:spMkLst>
            <pc:docMk/>
            <pc:sldMk cId="4277837997" sldId="262"/>
            <ac:spMk id="2" creationId="{0F887B2F-6603-5D50-2445-0B34DC6E90D7}"/>
          </ac:spMkLst>
        </pc:spChg>
        <pc:spChg chg="add mod">
          <ac:chgData name="Hennysa Omoregie" userId="S::69559002@nebraska.edu::ecae82fc-e8f0-438f-8501-84f2371b7b51" providerId="AD" clId="Web-{26B5F2A7-C3CF-8FC3-5D4F-54F7219CA29B}" dt="2026-04-13T14:21:16.820" v="989" actId="20577"/>
          <ac:spMkLst>
            <pc:docMk/>
            <pc:sldMk cId="4277837997" sldId="262"/>
            <ac:spMk id="6" creationId="{32FDE222-B529-69F3-E084-5AF022571782}"/>
          </ac:spMkLst>
        </pc:spChg>
        <pc:picChg chg="add mod">
          <ac:chgData name="Hennysa Omoregie" userId="S::69559002@nebraska.edu::ecae82fc-e8f0-438f-8501-84f2371b7b51" providerId="AD" clId="Web-{26B5F2A7-C3CF-8FC3-5D4F-54F7219CA29B}" dt="2026-04-13T14:16:52.086" v="682" actId="1076"/>
          <ac:picMkLst>
            <pc:docMk/>
            <pc:sldMk cId="4277837997" sldId="262"/>
            <ac:picMk id="3" creationId="{C9EC4834-E558-A93C-A5C5-5900C1759212}"/>
          </ac:picMkLst>
        </pc:picChg>
      </pc:sldChg>
    </pc:docChg>
  </pc:docChgLst>
  <pc:docChgLst>
    <pc:chgData name="Laurelle Sekpe" userId="S::33889560@nebraska.edu::f4befdab-e52b-48f2-8b4e-976d5fb6a428" providerId="AD" clId="Web-{0A30CE59-D3B1-AFE9-72A8-BECD2C34A8F5}"/>
    <pc:docChg chg="modSld">
      <pc:chgData name="Laurelle Sekpe" userId="S::33889560@nebraska.edu::f4befdab-e52b-48f2-8b4e-976d5fb6a428" providerId="AD" clId="Web-{0A30CE59-D3B1-AFE9-72A8-BECD2C34A8F5}" dt="2026-05-02T16:12:56.253" v="26" actId="20577"/>
      <pc:docMkLst>
        <pc:docMk/>
      </pc:docMkLst>
      <pc:sldChg chg="modSp">
        <pc:chgData name="Laurelle Sekpe" userId="S::33889560@nebraska.edu::f4befdab-e52b-48f2-8b4e-976d5fb6a428" providerId="AD" clId="Web-{0A30CE59-D3B1-AFE9-72A8-BECD2C34A8F5}" dt="2026-05-02T16:12:56.253" v="26" actId="20577"/>
        <pc:sldMkLst>
          <pc:docMk/>
          <pc:sldMk cId="833628090" sldId="270"/>
        </pc:sldMkLst>
        <pc:spChg chg="mod">
          <ac:chgData name="Laurelle Sekpe" userId="S::33889560@nebraska.edu::f4befdab-e52b-48f2-8b4e-976d5fb6a428" providerId="AD" clId="Web-{0A30CE59-D3B1-AFE9-72A8-BECD2C34A8F5}" dt="2026-05-02T16:12:56.253" v="26" actId="20577"/>
          <ac:spMkLst>
            <pc:docMk/>
            <pc:sldMk cId="833628090" sldId="270"/>
            <ac:spMk id="3" creationId="{03F424C8-92CC-EBBD-FC8E-E7E74279A599}"/>
          </ac:spMkLst>
        </pc:spChg>
      </pc:sldChg>
    </pc:docChg>
  </pc:docChgLst>
  <pc:docChgLst>
    <pc:chgData name="Hennysa Omoregie" userId="S::69559002@nebraska.edu::ecae82fc-e8f0-438f-8501-84f2371b7b51" providerId="AD" clId="Web-{FFBC1A77-B77D-1B3F-7872-BA4C3A2A08CD}"/>
    <pc:docChg chg="mod addSld modSld addMainMaster delMainMaster">
      <pc:chgData name="Hennysa Omoregie" userId="S::69559002@nebraska.edu::ecae82fc-e8f0-438f-8501-84f2371b7b51" providerId="AD" clId="Web-{FFBC1A77-B77D-1B3F-7872-BA4C3A2A08CD}" dt="2026-04-27T15:37:50.173" v="126" actId="20577"/>
      <pc:docMkLst>
        <pc:docMk/>
      </pc:docMkLst>
      <pc:sldChg chg="modSp mod modClrScheme chgLayout">
        <pc:chgData name="Hennysa Omoregie" userId="S::69559002@nebraska.edu::ecae82fc-e8f0-438f-8501-84f2371b7b51" providerId="AD" clId="Web-{FFBC1A77-B77D-1B3F-7872-BA4C3A2A08CD}" dt="2026-04-27T15:37:50.173" v="126" actId="20577"/>
        <pc:sldMkLst>
          <pc:docMk/>
          <pc:sldMk cId="109857222" sldId="256"/>
        </pc:sldMkLst>
        <pc:spChg chg="mod ord">
          <ac:chgData name="Hennysa Omoregie" userId="S::69559002@nebraska.edu::ecae82fc-e8f0-438f-8501-84f2371b7b51" providerId="AD" clId="Web-{FFBC1A77-B77D-1B3F-7872-BA4C3A2A08CD}" dt="2026-04-27T15:37:44.283" v="120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Hennysa Omoregie" userId="S::69559002@nebraska.edu::ecae82fc-e8f0-438f-8501-84f2371b7b51" providerId="AD" clId="Web-{FFBC1A77-B77D-1B3F-7872-BA4C3A2A08CD}" dt="2026-04-27T15:37:50.173" v="12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mod modClrScheme delDesignElem chgLayout">
        <pc:chgData name="Hennysa Omoregie" userId="S::69559002@nebraska.edu::ecae82fc-e8f0-438f-8501-84f2371b7b51" providerId="AD" clId="Web-{FFBC1A77-B77D-1B3F-7872-BA4C3A2A08CD}" dt="2026-04-27T15:37:10.689" v="111"/>
        <pc:sldMkLst>
          <pc:docMk/>
          <pc:sldMk cId="4277837997" sldId="262"/>
        </pc:sldMkLst>
        <pc:spChg chg="mod ord">
          <ac:chgData name="Hennysa Omoregie" userId="S::69559002@nebraska.edu::ecae82fc-e8f0-438f-8501-84f2371b7b51" providerId="AD" clId="Web-{FFBC1A77-B77D-1B3F-7872-BA4C3A2A08CD}" dt="2026-04-27T15:37:10.689" v="111"/>
          <ac:spMkLst>
            <pc:docMk/>
            <pc:sldMk cId="4277837997" sldId="262"/>
            <ac:spMk id="2" creationId="{0F887B2F-6603-5D50-2445-0B34DC6E90D7}"/>
          </ac:spMkLst>
        </pc:spChg>
        <pc:spChg chg="mod ord">
          <ac:chgData name="Hennysa Omoregie" userId="S::69559002@nebraska.edu::ecae82fc-e8f0-438f-8501-84f2371b7b51" providerId="AD" clId="Web-{FFBC1A77-B77D-1B3F-7872-BA4C3A2A08CD}" dt="2026-04-27T15:37:10.689" v="111"/>
          <ac:spMkLst>
            <pc:docMk/>
            <pc:sldMk cId="4277837997" sldId="262"/>
            <ac:spMk id="6" creationId="{32FDE222-B529-69F3-E084-5AF022571782}"/>
          </ac:spMkLst>
        </pc:spChg>
      </pc:sldChg>
      <pc:sldChg chg="modSp mod modClrScheme chgLayout">
        <pc:chgData name="Hennysa Omoregie" userId="S::69559002@nebraska.edu::ecae82fc-e8f0-438f-8501-84f2371b7b51" providerId="AD" clId="Web-{FFBC1A77-B77D-1B3F-7872-BA4C3A2A08CD}" dt="2026-04-27T15:37:10.689" v="111"/>
        <pc:sldMkLst>
          <pc:docMk/>
          <pc:sldMk cId="1238381373" sldId="265"/>
        </pc:sldMkLst>
        <pc:spChg chg="mod ord">
          <ac:chgData name="Hennysa Omoregie" userId="S::69559002@nebraska.edu::ecae82fc-e8f0-438f-8501-84f2371b7b51" providerId="AD" clId="Web-{FFBC1A77-B77D-1B3F-7872-BA4C3A2A08CD}" dt="2026-04-27T15:37:10.689" v="111"/>
          <ac:spMkLst>
            <pc:docMk/>
            <pc:sldMk cId="1238381373" sldId="265"/>
            <ac:spMk id="2" creationId="{870F52AD-7DE9-58EC-F162-28E38E964EC5}"/>
          </ac:spMkLst>
        </pc:spChg>
        <pc:spChg chg="mod ord">
          <ac:chgData name="Hennysa Omoregie" userId="S::69559002@nebraska.edu::ecae82fc-e8f0-438f-8501-84f2371b7b51" providerId="AD" clId="Web-{FFBC1A77-B77D-1B3F-7872-BA4C3A2A08CD}" dt="2026-04-27T15:37:10.689" v="111"/>
          <ac:spMkLst>
            <pc:docMk/>
            <pc:sldMk cId="1238381373" sldId="265"/>
            <ac:spMk id="3" creationId="{10306E30-9D7C-73BE-B11D-7F90FB693B38}"/>
          </ac:spMkLst>
        </pc:spChg>
      </pc:sldChg>
      <pc:sldChg chg="modSp add mod replId modClrScheme chgLayout">
        <pc:chgData name="Hennysa Omoregie" userId="S::69559002@nebraska.edu::ecae82fc-e8f0-438f-8501-84f2371b7b51" providerId="AD" clId="Web-{FFBC1A77-B77D-1B3F-7872-BA4C3A2A08CD}" dt="2026-04-27T15:37:10.689" v="111"/>
        <pc:sldMkLst>
          <pc:docMk/>
          <pc:sldMk cId="1201647845" sldId="266"/>
        </pc:sldMkLst>
        <pc:spChg chg="mod ord">
          <ac:chgData name="Hennysa Omoregie" userId="S::69559002@nebraska.edu::ecae82fc-e8f0-438f-8501-84f2371b7b51" providerId="AD" clId="Web-{FFBC1A77-B77D-1B3F-7872-BA4C3A2A08CD}" dt="2026-04-27T15:37:10.689" v="111"/>
          <ac:spMkLst>
            <pc:docMk/>
            <pc:sldMk cId="1201647845" sldId="266"/>
            <ac:spMk id="2" creationId="{A772DC97-AF39-2895-10FA-54ED02820F8F}"/>
          </ac:spMkLst>
        </pc:spChg>
        <pc:spChg chg="mod ord">
          <ac:chgData name="Hennysa Omoregie" userId="S::69559002@nebraska.edu::ecae82fc-e8f0-438f-8501-84f2371b7b51" providerId="AD" clId="Web-{FFBC1A77-B77D-1B3F-7872-BA4C3A2A08CD}" dt="2026-04-27T15:37:10.689" v="111"/>
          <ac:spMkLst>
            <pc:docMk/>
            <pc:sldMk cId="1201647845" sldId="266"/>
            <ac:spMk id="3" creationId="{499E615D-2298-F6AF-B7D4-1A04E3095713}"/>
          </ac:spMkLst>
        </pc:spChg>
      </pc:sldChg>
      <pc:sldChg chg="modSp add mod replId modClrScheme chgLayout">
        <pc:chgData name="Hennysa Omoregie" userId="S::69559002@nebraska.edu::ecae82fc-e8f0-438f-8501-84f2371b7b51" providerId="AD" clId="Web-{FFBC1A77-B77D-1B3F-7872-BA4C3A2A08CD}" dt="2026-04-27T15:37:10.689" v="111"/>
        <pc:sldMkLst>
          <pc:docMk/>
          <pc:sldMk cId="613614544" sldId="267"/>
        </pc:sldMkLst>
        <pc:spChg chg="mod ord">
          <ac:chgData name="Hennysa Omoregie" userId="S::69559002@nebraska.edu::ecae82fc-e8f0-438f-8501-84f2371b7b51" providerId="AD" clId="Web-{FFBC1A77-B77D-1B3F-7872-BA4C3A2A08CD}" dt="2026-04-27T15:37:10.689" v="111"/>
          <ac:spMkLst>
            <pc:docMk/>
            <pc:sldMk cId="613614544" sldId="267"/>
            <ac:spMk id="2" creationId="{7AF96867-885E-D844-4844-28502B9475B1}"/>
          </ac:spMkLst>
        </pc:spChg>
        <pc:spChg chg="mod ord">
          <ac:chgData name="Hennysa Omoregie" userId="S::69559002@nebraska.edu::ecae82fc-e8f0-438f-8501-84f2371b7b51" providerId="AD" clId="Web-{FFBC1A77-B77D-1B3F-7872-BA4C3A2A08CD}" dt="2026-04-27T15:37:10.689" v="111"/>
          <ac:spMkLst>
            <pc:docMk/>
            <pc:sldMk cId="613614544" sldId="267"/>
            <ac:spMk id="3" creationId="{77AD558F-83E9-39E8-D0AD-98C9A49571C5}"/>
          </ac:spMkLst>
        </pc:spChg>
      </pc:sldChg>
      <pc:sldChg chg="modSp add mod replId modClrScheme chgLayout">
        <pc:chgData name="Hennysa Omoregie" userId="S::69559002@nebraska.edu::ecae82fc-e8f0-438f-8501-84f2371b7b51" providerId="AD" clId="Web-{FFBC1A77-B77D-1B3F-7872-BA4C3A2A08CD}" dt="2026-04-27T15:37:10.689" v="111"/>
        <pc:sldMkLst>
          <pc:docMk/>
          <pc:sldMk cId="1034589283" sldId="268"/>
        </pc:sldMkLst>
        <pc:spChg chg="mod ord">
          <ac:chgData name="Hennysa Omoregie" userId="S::69559002@nebraska.edu::ecae82fc-e8f0-438f-8501-84f2371b7b51" providerId="AD" clId="Web-{FFBC1A77-B77D-1B3F-7872-BA4C3A2A08CD}" dt="2026-04-27T15:37:10.689" v="111"/>
          <ac:spMkLst>
            <pc:docMk/>
            <pc:sldMk cId="1034589283" sldId="268"/>
            <ac:spMk id="2" creationId="{CEC5C885-0D70-70AB-88C6-A2510E4DEE3F}"/>
          </ac:spMkLst>
        </pc:spChg>
        <pc:spChg chg="mod ord">
          <ac:chgData name="Hennysa Omoregie" userId="S::69559002@nebraska.edu::ecae82fc-e8f0-438f-8501-84f2371b7b51" providerId="AD" clId="Web-{FFBC1A77-B77D-1B3F-7872-BA4C3A2A08CD}" dt="2026-04-27T15:37:10.689" v="111"/>
          <ac:spMkLst>
            <pc:docMk/>
            <pc:sldMk cId="1034589283" sldId="268"/>
            <ac:spMk id="3" creationId="{1703B615-00DF-53E7-9DB3-2A72CAFD6C77}"/>
          </ac:spMkLst>
        </pc:spChg>
      </pc:sldChg>
      <pc:sldChg chg="modSp add mod replId modClrScheme chgLayout">
        <pc:chgData name="Hennysa Omoregie" userId="S::69559002@nebraska.edu::ecae82fc-e8f0-438f-8501-84f2371b7b51" providerId="AD" clId="Web-{FFBC1A77-B77D-1B3F-7872-BA4C3A2A08CD}" dt="2026-04-27T15:37:10.689" v="111"/>
        <pc:sldMkLst>
          <pc:docMk/>
          <pc:sldMk cId="1001751742" sldId="269"/>
        </pc:sldMkLst>
        <pc:spChg chg="mod ord">
          <ac:chgData name="Hennysa Omoregie" userId="S::69559002@nebraska.edu::ecae82fc-e8f0-438f-8501-84f2371b7b51" providerId="AD" clId="Web-{FFBC1A77-B77D-1B3F-7872-BA4C3A2A08CD}" dt="2026-04-27T15:37:10.689" v="111"/>
          <ac:spMkLst>
            <pc:docMk/>
            <pc:sldMk cId="1001751742" sldId="269"/>
            <ac:spMk id="2" creationId="{4C5497A6-39F2-EFB0-0050-A4C2325CA663}"/>
          </ac:spMkLst>
        </pc:spChg>
      </pc:sldChg>
      <pc:sldChg chg="modSp add mod replId modClrScheme chgLayout">
        <pc:chgData name="Hennysa Omoregie" userId="S::69559002@nebraska.edu::ecae82fc-e8f0-438f-8501-84f2371b7b51" providerId="AD" clId="Web-{FFBC1A77-B77D-1B3F-7872-BA4C3A2A08CD}" dt="2026-04-27T15:37:10.689" v="111"/>
        <pc:sldMkLst>
          <pc:docMk/>
          <pc:sldMk cId="833628090" sldId="270"/>
        </pc:sldMkLst>
        <pc:spChg chg="mod ord">
          <ac:chgData name="Hennysa Omoregie" userId="S::69559002@nebraska.edu::ecae82fc-e8f0-438f-8501-84f2371b7b51" providerId="AD" clId="Web-{FFBC1A77-B77D-1B3F-7872-BA4C3A2A08CD}" dt="2026-04-27T15:37:10.689" v="111"/>
          <ac:spMkLst>
            <pc:docMk/>
            <pc:sldMk cId="833628090" sldId="270"/>
            <ac:spMk id="2" creationId="{605D1200-FAA2-2824-EA02-40280BA46727}"/>
          </ac:spMkLst>
        </pc:spChg>
        <pc:spChg chg="mod ord">
          <ac:chgData name="Hennysa Omoregie" userId="S::69559002@nebraska.edu::ecae82fc-e8f0-438f-8501-84f2371b7b51" providerId="AD" clId="Web-{FFBC1A77-B77D-1B3F-7872-BA4C3A2A08CD}" dt="2026-04-27T15:37:10.689" v="111"/>
          <ac:spMkLst>
            <pc:docMk/>
            <pc:sldMk cId="833628090" sldId="270"/>
            <ac:spMk id="3" creationId="{03F424C8-92CC-EBBD-FC8E-E7E74279A599}"/>
          </ac:spMkLst>
        </pc:spChg>
      </pc:sldChg>
      <pc:sldChg chg="modSp add mod replId modClrScheme chgLayout">
        <pc:chgData name="Hennysa Omoregie" userId="S::69559002@nebraska.edu::ecae82fc-e8f0-438f-8501-84f2371b7b51" providerId="AD" clId="Web-{FFBC1A77-B77D-1B3F-7872-BA4C3A2A08CD}" dt="2026-04-27T15:37:10.689" v="111"/>
        <pc:sldMkLst>
          <pc:docMk/>
          <pc:sldMk cId="798129135" sldId="271"/>
        </pc:sldMkLst>
        <pc:spChg chg="mod ord">
          <ac:chgData name="Hennysa Omoregie" userId="S::69559002@nebraska.edu::ecae82fc-e8f0-438f-8501-84f2371b7b51" providerId="AD" clId="Web-{FFBC1A77-B77D-1B3F-7872-BA4C3A2A08CD}" dt="2026-04-27T15:37:10.689" v="111"/>
          <ac:spMkLst>
            <pc:docMk/>
            <pc:sldMk cId="798129135" sldId="271"/>
            <ac:spMk id="2" creationId="{2EEFC9A0-8BDD-CD51-72BC-58FE17F66B3A}"/>
          </ac:spMkLst>
        </pc:spChg>
        <pc:spChg chg="mod ord">
          <ac:chgData name="Hennysa Omoregie" userId="S::69559002@nebraska.edu::ecae82fc-e8f0-438f-8501-84f2371b7b51" providerId="AD" clId="Web-{FFBC1A77-B77D-1B3F-7872-BA4C3A2A08CD}" dt="2026-04-27T15:37:10.689" v="111"/>
          <ac:spMkLst>
            <pc:docMk/>
            <pc:sldMk cId="798129135" sldId="271"/>
            <ac:spMk id="3" creationId="{6E172F13-8FD5-9D61-F29F-20461F133384}"/>
          </ac:spMkLst>
        </pc:spChg>
      </pc:sldChg>
      <pc:sldMasterChg chg="add addSldLayout modSldLayout">
        <pc:chgData name="Hennysa Omoregie" userId="S::69559002@nebraska.edu::ecae82fc-e8f0-438f-8501-84f2371b7b51" providerId="AD" clId="Web-{FFBC1A77-B77D-1B3F-7872-BA4C3A2A08CD}" dt="2026-04-27T15:37:10.689" v="111"/>
        <pc:sldMasterMkLst>
          <pc:docMk/>
          <pc:sldMasterMk cId="881674346" sldId="2147483726"/>
        </pc:sldMasterMkLst>
        <pc:sldLayoutChg chg="add mod replId">
          <pc:chgData name="Hennysa Omoregie" userId="S::69559002@nebraska.edu::ecae82fc-e8f0-438f-8501-84f2371b7b51" providerId="AD" clId="Web-{FFBC1A77-B77D-1B3F-7872-BA4C3A2A08CD}" dt="2026-04-27T15:37:10.689" v="111"/>
          <pc:sldLayoutMkLst>
            <pc:docMk/>
            <pc:sldMasterMk cId="881674346" sldId="2147483726"/>
            <pc:sldLayoutMk cId="3352577011" sldId="2147483727"/>
          </pc:sldLayoutMkLst>
        </pc:sldLayoutChg>
        <pc:sldLayoutChg chg="add mod replId">
          <pc:chgData name="Hennysa Omoregie" userId="S::69559002@nebraska.edu::ecae82fc-e8f0-438f-8501-84f2371b7b51" providerId="AD" clId="Web-{FFBC1A77-B77D-1B3F-7872-BA4C3A2A08CD}" dt="2026-04-27T15:37:10.689" v="111"/>
          <pc:sldLayoutMkLst>
            <pc:docMk/>
            <pc:sldMasterMk cId="881674346" sldId="2147483726"/>
            <pc:sldLayoutMk cId="3147738418" sldId="2147483728"/>
          </pc:sldLayoutMkLst>
        </pc:sldLayoutChg>
        <pc:sldLayoutChg chg="add mod replId">
          <pc:chgData name="Hennysa Omoregie" userId="S::69559002@nebraska.edu::ecae82fc-e8f0-438f-8501-84f2371b7b51" providerId="AD" clId="Web-{FFBC1A77-B77D-1B3F-7872-BA4C3A2A08CD}" dt="2026-04-27T15:37:10.689" v="111"/>
          <pc:sldLayoutMkLst>
            <pc:docMk/>
            <pc:sldMasterMk cId="881674346" sldId="2147483726"/>
            <pc:sldLayoutMk cId="3079167477" sldId="2147483729"/>
          </pc:sldLayoutMkLst>
        </pc:sldLayoutChg>
        <pc:sldLayoutChg chg="add mod replId">
          <pc:chgData name="Hennysa Omoregie" userId="S::69559002@nebraska.edu::ecae82fc-e8f0-438f-8501-84f2371b7b51" providerId="AD" clId="Web-{FFBC1A77-B77D-1B3F-7872-BA4C3A2A08CD}" dt="2026-04-27T15:37:10.689" v="111"/>
          <pc:sldLayoutMkLst>
            <pc:docMk/>
            <pc:sldMasterMk cId="881674346" sldId="2147483726"/>
            <pc:sldLayoutMk cId="3692015938" sldId="2147483730"/>
          </pc:sldLayoutMkLst>
        </pc:sldLayoutChg>
        <pc:sldLayoutChg chg="add mod replId">
          <pc:chgData name="Hennysa Omoregie" userId="S::69559002@nebraska.edu::ecae82fc-e8f0-438f-8501-84f2371b7b51" providerId="AD" clId="Web-{FFBC1A77-B77D-1B3F-7872-BA4C3A2A08CD}" dt="2026-04-27T15:37:10.689" v="111"/>
          <pc:sldLayoutMkLst>
            <pc:docMk/>
            <pc:sldMasterMk cId="881674346" sldId="2147483726"/>
            <pc:sldLayoutMk cId="3133870183" sldId="2147483731"/>
          </pc:sldLayoutMkLst>
        </pc:sldLayoutChg>
        <pc:sldLayoutChg chg="add mod replId">
          <pc:chgData name="Hennysa Omoregie" userId="S::69559002@nebraska.edu::ecae82fc-e8f0-438f-8501-84f2371b7b51" providerId="AD" clId="Web-{FFBC1A77-B77D-1B3F-7872-BA4C3A2A08CD}" dt="2026-04-27T15:37:10.689" v="111"/>
          <pc:sldLayoutMkLst>
            <pc:docMk/>
            <pc:sldMasterMk cId="881674346" sldId="2147483726"/>
            <pc:sldLayoutMk cId="2072295082" sldId="2147483732"/>
          </pc:sldLayoutMkLst>
        </pc:sldLayoutChg>
        <pc:sldLayoutChg chg="add mod replId">
          <pc:chgData name="Hennysa Omoregie" userId="S::69559002@nebraska.edu::ecae82fc-e8f0-438f-8501-84f2371b7b51" providerId="AD" clId="Web-{FFBC1A77-B77D-1B3F-7872-BA4C3A2A08CD}" dt="2026-04-27T15:37:10.689" v="111"/>
          <pc:sldLayoutMkLst>
            <pc:docMk/>
            <pc:sldMasterMk cId="881674346" sldId="2147483726"/>
            <pc:sldLayoutMk cId="2102099941" sldId="2147483733"/>
          </pc:sldLayoutMkLst>
        </pc:sldLayoutChg>
        <pc:sldLayoutChg chg="add mod replId">
          <pc:chgData name="Hennysa Omoregie" userId="S::69559002@nebraska.edu::ecae82fc-e8f0-438f-8501-84f2371b7b51" providerId="AD" clId="Web-{FFBC1A77-B77D-1B3F-7872-BA4C3A2A08CD}" dt="2026-04-27T15:37:10.689" v="111"/>
          <pc:sldLayoutMkLst>
            <pc:docMk/>
            <pc:sldMasterMk cId="881674346" sldId="2147483726"/>
            <pc:sldLayoutMk cId="4057751643" sldId="2147483734"/>
          </pc:sldLayoutMkLst>
        </pc:sldLayoutChg>
        <pc:sldLayoutChg chg="add mod replId">
          <pc:chgData name="Hennysa Omoregie" userId="S::69559002@nebraska.edu::ecae82fc-e8f0-438f-8501-84f2371b7b51" providerId="AD" clId="Web-{FFBC1A77-B77D-1B3F-7872-BA4C3A2A08CD}" dt="2026-04-27T15:37:10.689" v="111"/>
          <pc:sldLayoutMkLst>
            <pc:docMk/>
            <pc:sldMasterMk cId="881674346" sldId="2147483726"/>
            <pc:sldLayoutMk cId="1837818967" sldId="2147483735"/>
          </pc:sldLayoutMkLst>
        </pc:sldLayoutChg>
        <pc:sldLayoutChg chg="add mod replId">
          <pc:chgData name="Hennysa Omoregie" userId="S::69559002@nebraska.edu::ecae82fc-e8f0-438f-8501-84f2371b7b51" providerId="AD" clId="Web-{FFBC1A77-B77D-1B3F-7872-BA4C3A2A08CD}" dt="2026-04-27T15:37:10.689" v="111"/>
          <pc:sldLayoutMkLst>
            <pc:docMk/>
            <pc:sldMasterMk cId="881674346" sldId="2147483726"/>
            <pc:sldLayoutMk cId="3709964794" sldId="2147483736"/>
          </pc:sldLayoutMkLst>
        </pc:sldLayoutChg>
        <pc:sldLayoutChg chg="add mod replId">
          <pc:chgData name="Hennysa Omoregie" userId="S::69559002@nebraska.edu::ecae82fc-e8f0-438f-8501-84f2371b7b51" providerId="AD" clId="Web-{FFBC1A77-B77D-1B3F-7872-BA4C3A2A08CD}" dt="2026-04-27T15:37:10.689" v="111"/>
          <pc:sldLayoutMkLst>
            <pc:docMk/>
            <pc:sldMasterMk cId="881674346" sldId="2147483726"/>
            <pc:sldLayoutMk cId="440416413" sldId="2147483737"/>
          </pc:sldLayoutMkLst>
        </pc:sldLayoutChg>
        <pc:sldLayoutChg chg="add mod replId">
          <pc:chgData name="Hennysa Omoregie" userId="S::69559002@nebraska.edu::ecae82fc-e8f0-438f-8501-84f2371b7b51" providerId="AD" clId="Web-{FFBC1A77-B77D-1B3F-7872-BA4C3A2A08CD}" dt="2026-04-27T15:37:10.689" v="111"/>
          <pc:sldLayoutMkLst>
            <pc:docMk/>
            <pc:sldMasterMk cId="881674346" sldId="2147483726"/>
            <pc:sldLayoutMk cId="1075064872" sldId="2147483738"/>
          </pc:sldLayoutMkLst>
        </pc:sldLayoutChg>
        <pc:sldLayoutChg chg="add mod replId">
          <pc:chgData name="Hennysa Omoregie" userId="S::69559002@nebraska.edu::ecae82fc-e8f0-438f-8501-84f2371b7b51" providerId="AD" clId="Web-{FFBC1A77-B77D-1B3F-7872-BA4C3A2A08CD}" dt="2026-04-27T15:37:10.689" v="111"/>
          <pc:sldLayoutMkLst>
            <pc:docMk/>
            <pc:sldMasterMk cId="881674346" sldId="2147483726"/>
            <pc:sldLayoutMk cId="340006014" sldId="2147483739"/>
          </pc:sldLayoutMkLst>
        </pc:sldLayoutChg>
        <pc:sldLayoutChg chg="add mod replId">
          <pc:chgData name="Hennysa Omoregie" userId="S::69559002@nebraska.edu::ecae82fc-e8f0-438f-8501-84f2371b7b51" providerId="AD" clId="Web-{FFBC1A77-B77D-1B3F-7872-BA4C3A2A08CD}" dt="2026-04-27T15:37:10.689" v="111"/>
          <pc:sldLayoutMkLst>
            <pc:docMk/>
            <pc:sldMasterMk cId="881674346" sldId="2147483726"/>
            <pc:sldLayoutMk cId="3879700685" sldId="2147483740"/>
          </pc:sldLayoutMkLst>
        </pc:sldLayoutChg>
        <pc:sldLayoutChg chg="add mod replId">
          <pc:chgData name="Hennysa Omoregie" userId="S::69559002@nebraska.edu::ecae82fc-e8f0-438f-8501-84f2371b7b51" providerId="AD" clId="Web-{FFBC1A77-B77D-1B3F-7872-BA4C3A2A08CD}" dt="2026-04-27T15:37:10.689" v="111"/>
          <pc:sldLayoutMkLst>
            <pc:docMk/>
            <pc:sldMasterMk cId="881674346" sldId="2147483726"/>
            <pc:sldLayoutMk cId="2372660450" sldId="2147483741"/>
          </pc:sldLayoutMkLst>
        </pc:sldLayoutChg>
        <pc:sldLayoutChg chg="add mod replId">
          <pc:chgData name="Hennysa Omoregie" userId="S::69559002@nebraska.edu::ecae82fc-e8f0-438f-8501-84f2371b7b51" providerId="AD" clId="Web-{FFBC1A77-B77D-1B3F-7872-BA4C3A2A08CD}" dt="2026-04-27T15:37:10.689" v="111"/>
          <pc:sldLayoutMkLst>
            <pc:docMk/>
            <pc:sldMasterMk cId="881674346" sldId="2147483726"/>
            <pc:sldLayoutMk cId="3125410935" sldId="2147483742"/>
          </pc:sldLayoutMkLst>
        </pc:sldLayoutChg>
        <pc:sldLayoutChg chg="add mod replId">
          <pc:chgData name="Hennysa Omoregie" userId="S::69559002@nebraska.edu::ecae82fc-e8f0-438f-8501-84f2371b7b51" providerId="AD" clId="Web-{FFBC1A77-B77D-1B3F-7872-BA4C3A2A08CD}" dt="2026-04-27T15:37:10.689" v="111"/>
          <pc:sldLayoutMkLst>
            <pc:docMk/>
            <pc:sldMasterMk cId="881674346" sldId="2147483726"/>
            <pc:sldLayoutMk cId="2623911034" sldId="2147483743"/>
          </pc:sldLayoutMkLst>
        </pc:sldLayoutChg>
      </pc:sldMasterChg>
    </pc:docChg>
  </pc:docChgLst>
  <pc:docChgLst>
    <pc:chgData name="Hennysa Omoregie" userId="S::69559002@nebraska.edu::ecae82fc-e8f0-438f-8501-84f2371b7b51" providerId="AD" clId="Web-{F7E00F6C-6790-121E-D94F-C56A6A60AA08}"/>
    <pc:docChg chg="mod modSld">
      <pc:chgData name="Hennysa Omoregie" userId="S::69559002@nebraska.edu::ecae82fc-e8f0-438f-8501-84f2371b7b51" providerId="AD" clId="Web-{F7E00F6C-6790-121E-D94F-C56A6A60AA08}" dt="2026-05-02T02:27:32.864" v="25" actId="14100"/>
      <pc:docMkLst>
        <pc:docMk/>
      </pc:docMkLst>
      <pc:sldChg chg="addSp delSp modSp mod setBg">
        <pc:chgData name="Hennysa Omoregie" userId="S::69559002@nebraska.edu::ecae82fc-e8f0-438f-8501-84f2371b7b51" providerId="AD" clId="Web-{F7E00F6C-6790-121E-D94F-C56A6A60AA08}" dt="2026-05-02T02:27:32.864" v="25" actId="14100"/>
        <pc:sldMkLst>
          <pc:docMk/>
          <pc:sldMk cId="109857222" sldId="256"/>
        </pc:sldMkLst>
        <pc:spChg chg="mod">
          <ac:chgData name="Hennysa Omoregie" userId="S::69559002@nebraska.edu::ecae82fc-e8f0-438f-8501-84f2371b7b51" providerId="AD" clId="Web-{F7E00F6C-6790-121E-D94F-C56A6A60AA08}" dt="2026-05-02T02:27:29.426" v="24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Hennysa Omoregie" userId="S::69559002@nebraska.edu::ecae82fc-e8f0-438f-8501-84f2371b7b51" providerId="AD" clId="Web-{F7E00F6C-6790-121E-D94F-C56A6A60AA08}" dt="2026-05-02T02:27:32.864" v="25" actId="14100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Hennysa Omoregie" userId="S::69559002@nebraska.edu::ecae82fc-e8f0-438f-8501-84f2371b7b51" providerId="AD" clId="Web-{F7E00F6C-6790-121E-D94F-C56A6A60AA08}" dt="2026-05-02T02:26:48.598" v="8"/>
          <ac:spMkLst>
            <pc:docMk/>
            <pc:sldMk cId="109857222" sldId="256"/>
            <ac:spMk id="7" creationId="{318E9D62-7BA3-4D5E-8915-0D0E8661E3D7}"/>
          </ac:spMkLst>
        </pc:spChg>
        <pc:picChg chg="add">
          <ac:chgData name="Hennysa Omoregie" userId="S::69559002@nebraska.edu::ecae82fc-e8f0-438f-8501-84f2371b7b51" providerId="AD" clId="Web-{F7E00F6C-6790-121E-D94F-C56A6A60AA08}" dt="2026-05-02T02:26:48.598" v="8"/>
          <ac:picMkLst>
            <pc:docMk/>
            <pc:sldMk cId="109857222" sldId="256"/>
            <ac:picMk id="6" creationId="{1AD30AE5-6981-255B-2C8D-487609C4DE38}"/>
          </ac:picMkLst>
        </pc:picChg>
      </pc:sldChg>
    </pc:docChg>
  </pc:docChgLst>
  <pc:docChgLst>
    <pc:chgData name="Hennysa Omoregie" userId="S::69559002@nebraska.edu::ecae82fc-e8f0-438f-8501-84f2371b7b51" providerId="AD" clId="Web-{944200D4-8FE1-0482-D6A7-25C492C2BCF8}"/>
    <pc:docChg chg="modSld">
      <pc:chgData name="Hennysa Omoregie" userId="S::69559002@nebraska.edu::ecae82fc-e8f0-438f-8501-84f2371b7b51" providerId="AD" clId="Web-{944200D4-8FE1-0482-D6A7-25C492C2BCF8}" dt="2026-05-02T16:17:28.812" v="260" actId="14100"/>
      <pc:docMkLst>
        <pc:docMk/>
      </pc:docMkLst>
      <pc:sldChg chg="modSp">
        <pc:chgData name="Hennysa Omoregie" userId="S::69559002@nebraska.edu::ecae82fc-e8f0-438f-8501-84f2371b7b51" providerId="AD" clId="Web-{944200D4-8FE1-0482-D6A7-25C492C2BCF8}" dt="2026-05-02T16:17:28.812" v="260" actId="14100"/>
        <pc:sldMkLst>
          <pc:docMk/>
          <pc:sldMk cId="109857222" sldId="256"/>
        </pc:sldMkLst>
        <pc:spChg chg="mod">
          <ac:chgData name="Hennysa Omoregie" userId="S::69559002@nebraska.edu::ecae82fc-e8f0-438f-8501-84f2371b7b51" providerId="AD" clId="Web-{944200D4-8FE1-0482-D6A7-25C492C2BCF8}" dt="2026-05-02T16:17:28.812" v="260" actId="14100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Hennysa Omoregie" userId="S::69559002@nebraska.edu::ecae82fc-e8f0-438f-8501-84f2371b7b51" providerId="AD" clId="Web-{944200D4-8FE1-0482-D6A7-25C492C2BCF8}" dt="2026-05-02T16:01:41.174" v="1" actId="20577"/>
        <pc:sldMkLst>
          <pc:docMk/>
          <pc:sldMk cId="613614544" sldId="267"/>
        </pc:sldMkLst>
        <pc:spChg chg="mod">
          <ac:chgData name="Hennysa Omoregie" userId="S::69559002@nebraska.edu::ecae82fc-e8f0-438f-8501-84f2371b7b51" providerId="AD" clId="Web-{944200D4-8FE1-0482-D6A7-25C492C2BCF8}" dt="2026-05-02T16:01:41.174" v="1" actId="20577"/>
          <ac:spMkLst>
            <pc:docMk/>
            <pc:sldMk cId="613614544" sldId="267"/>
            <ac:spMk id="2" creationId="{7AF96867-885E-D844-4844-28502B9475B1}"/>
          </ac:spMkLst>
        </pc:spChg>
      </pc:sldChg>
      <pc:sldChg chg="modSp">
        <pc:chgData name="Hennysa Omoregie" userId="S::69559002@nebraska.edu::ecae82fc-e8f0-438f-8501-84f2371b7b51" providerId="AD" clId="Web-{944200D4-8FE1-0482-D6A7-25C492C2BCF8}" dt="2026-05-02T16:01:59.549" v="2" actId="20577"/>
        <pc:sldMkLst>
          <pc:docMk/>
          <pc:sldMk cId="1034589283" sldId="268"/>
        </pc:sldMkLst>
        <pc:spChg chg="mod">
          <ac:chgData name="Hennysa Omoregie" userId="S::69559002@nebraska.edu::ecae82fc-e8f0-438f-8501-84f2371b7b51" providerId="AD" clId="Web-{944200D4-8FE1-0482-D6A7-25C492C2BCF8}" dt="2026-05-02T16:01:59.549" v="2" actId="20577"/>
          <ac:spMkLst>
            <pc:docMk/>
            <pc:sldMk cId="1034589283" sldId="268"/>
            <ac:spMk id="2" creationId="{CEC5C885-0D70-70AB-88C6-A2510E4DEE3F}"/>
          </ac:spMkLst>
        </pc:spChg>
      </pc:sldChg>
      <pc:sldChg chg="modSp">
        <pc:chgData name="Hennysa Omoregie" userId="S::69559002@nebraska.edu::ecae82fc-e8f0-438f-8501-84f2371b7b51" providerId="AD" clId="Web-{944200D4-8FE1-0482-D6A7-25C492C2BCF8}" dt="2026-05-02T16:02:35.611" v="4" actId="20577"/>
        <pc:sldMkLst>
          <pc:docMk/>
          <pc:sldMk cId="1001751742" sldId="269"/>
        </pc:sldMkLst>
        <pc:spChg chg="mod">
          <ac:chgData name="Hennysa Omoregie" userId="S::69559002@nebraska.edu::ecae82fc-e8f0-438f-8501-84f2371b7b51" providerId="AD" clId="Web-{944200D4-8FE1-0482-D6A7-25C492C2BCF8}" dt="2026-05-02T16:02:35.611" v="4" actId="20577"/>
          <ac:spMkLst>
            <pc:docMk/>
            <pc:sldMk cId="1001751742" sldId="269"/>
            <ac:spMk id="2" creationId="{4C5497A6-39F2-EFB0-0050-A4C2325CA663}"/>
          </ac:spMkLst>
        </pc:spChg>
      </pc:sldChg>
      <pc:sldChg chg="modSp">
        <pc:chgData name="Hennysa Omoregie" userId="S::69559002@nebraska.edu::ecae82fc-e8f0-438f-8501-84f2371b7b51" providerId="AD" clId="Web-{944200D4-8FE1-0482-D6A7-25C492C2BCF8}" dt="2026-05-02T16:09:51.110" v="155" actId="20577"/>
        <pc:sldMkLst>
          <pc:docMk/>
          <pc:sldMk cId="833628090" sldId="270"/>
        </pc:sldMkLst>
        <pc:spChg chg="mod">
          <ac:chgData name="Hennysa Omoregie" userId="S::69559002@nebraska.edu::ecae82fc-e8f0-438f-8501-84f2371b7b51" providerId="AD" clId="Web-{944200D4-8FE1-0482-D6A7-25C492C2BCF8}" dt="2026-05-02T16:03:05.423" v="10" actId="20577"/>
          <ac:spMkLst>
            <pc:docMk/>
            <pc:sldMk cId="833628090" sldId="270"/>
            <ac:spMk id="2" creationId="{605D1200-FAA2-2824-EA02-40280BA46727}"/>
          </ac:spMkLst>
        </pc:spChg>
        <pc:spChg chg="mod">
          <ac:chgData name="Hennysa Omoregie" userId="S::69559002@nebraska.edu::ecae82fc-e8f0-438f-8501-84f2371b7b51" providerId="AD" clId="Web-{944200D4-8FE1-0482-D6A7-25C492C2BCF8}" dt="2026-05-02T16:09:51.110" v="155" actId="20577"/>
          <ac:spMkLst>
            <pc:docMk/>
            <pc:sldMk cId="833628090" sldId="270"/>
            <ac:spMk id="3" creationId="{03F424C8-92CC-EBBD-FC8E-E7E74279A599}"/>
          </ac:spMkLst>
        </pc:spChg>
      </pc:sldChg>
      <pc:sldChg chg="modSp">
        <pc:chgData name="Hennysa Omoregie" userId="S::69559002@nebraska.edu::ecae82fc-e8f0-438f-8501-84f2371b7b51" providerId="AD" clId="Web-{944200D4-8FE1-0482-D6A7-25C492C2BCF8}" dt="2026-05-02T16:13:03.422" v="208" actId="20577"/>
        <pc:sldMkLst>
          <pc:docMk/>
          <pc:sldMk cId="798129135" sldId="271"/>
        </pc:sldMkLst>
        <pc:spChg chg="mod">
          <ac:chgData name="Hennysa Omoregie" userId="S::69559002@nebraska.edu::ecae82fc-e8f0-438f-8501-84f2371b7b51" providerId="AD" clId="Web-{944200D4-8FE1-0482-D6A7-25C492C2BCF8}" dt="2026-05-02T16:13:03.422" v="208" actId="20577"/>
          <ac:spMkLst>
            <pc:docMk/>
            <pc:sldMk cId="798129135" sldId="271"/>
            <ac:spMk id="3" creationId="{6E172F13-8FD5-9D61-F29F-20461F133384}"/>
          </ac:spMkLst>
        </pc:spChg>
      </pc:sldChg>
    </pc:docChg>
  </pc:docChgLst>
  <pc:docChgLst>
    <pc:chgData name="Allan Hernandez" userId="S::44559384@nebraska.edu::4e9cf5d3-0077-44b5-be27-e5692e612ba7" providerId="AD" clId="Web-{A8BDCAE5-EF90-6CD2-6FB7-D0A6FEA0C148}"/>
    <pc:docChg chg="modSld">
      <pc:chgData name="Allan Hernandez" userId="S::44559384@nebraska.edu::4e9cf5d3-0077-44b5-be27-e5692e612ba7" providerId="AD" clId="Web-{A8BDCAE5-EF90-6CD2-6FB7-D0A6FEA0C148}" dt="2026-05-06T15:17:24.934" v="2" actId="20577"/>
      <pc:docMkLst>
        <pc:docMk/>
      </pc:docMkLst>
      <pc:sldChg chg="modSp">
        <pc:chgData name="Allan Hernandez" userId="S::44559384@nebraska.edu::4e9cf5d3-0077-44b5-be27-e5692e612ba7" providerId="AD" clId="Web-{A8BDCAE5-EF90-6CD2-6FB7-D0A6FEA0C148}" dt="2026-05-06T15:17:24.934" v="2" actId="20577"/>
        <pc:sldMkLst>
          <pc:docMk/>
          <pc:sldMk cId="3677325393" sldId="272"/>
        </pc:sldMkLst>
        <pc:spChg chg="mod">
          <ac:chgData name="Allan Hernandez" userId="S::44559384@nebraska.edu::4e9cf5d3-0077-44b5-be27-e5692e612ba7" providerId="AD" clId="Web-{A8BDCAE5-EF90-6CD2-6FB7-D0A6FEA0C148}" dt="2026-05-06T15:17:24.934" v="2" actId="20577"/>
          <ac:spMkLst>
            <pc:docMk/>
            <pc:sldMk cId="3677325393" sldId="272"/>
            <ac:spMk id="6" creationId="{8B4D59B0-EDAE-3741-C037-24C1B04F86B4}"/>
          </ac:spMkLst>
        </pc:spChg>
      </pc:sldChg>
    </pc:docChg>
  </pc:docChgLst>
  <pc:docChgLst>
    <pc:chgData name="Hennysa Omoregie" userId="S::69559002@nebraska.edu::ecae82fc-e8f0-438f-8501-84f2371b7b51" providerId="AD" clId="Web-{7C64F91E-5ACB-A742-7CF6-465A46269B9D}"/>
    <pc:docChg chg="addSld delSld modSld sldOrd">
      <pc:chgData name="Hennysa Omoregie" userId="S::69559002@nebraska.edu::ecae82fc-e8f0-438f-8501-84f2371b7b51" providerId="AD" clId="Web-{7C64F91E-5ACB-A742-7CF6-465A46269B9D}" dt="2026-05-02T02:25:02.990" v="797"/>
      <pc:docMkLst>
        <pc:docMk/>
      </pc:docMkLst>
      <pc:sldChg chg="addSp delSp modSp mod setBg">
        <pc:chgData name="Hennysa Omoregie" userId="S::69559002@nebraska.edu::ecae82fc-e8f0-438f-8501-84f2371b7b51" providerId="AD" clId="Web-{7C64F91E-5ACB-A742-7CF6-465A46269B9D}" dt="2026-05-02T02:25:02.990" v="797"/>
        <pc:sldMkLst>
          <pc:docMk/>
          <pc:sldMk cId="109857222" sldId="256"/>
        </pc:sldMkLst>
        <pc:spChg chg="mod">
          <ac:chgData name="Hennysa Omoregie" userId="S::69559002@nebraska.edu::ecae82fc-e8f0-438f-8501-84f2371b7b51" providerId="AD" clId="Web-{7C64F91E-5ACB-A742-7CF6-465A46269B9D}" dt="2026-05-02T02:22:06.380" v="75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Hennysa Omoregie" userId="S::69559002@nebraska.edu::ecae82fc-e8f0-438f-8501-84f2371b7b51" providerId="AD" clId="Web-{7C64F91E-5ACB-A742-7CF6-465A46269B9D}" dt="2026-05-02T02:22:06.380" v="750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ord">
        <pc:chgData name="Hennysa Omoregie" userId="S::69559002@nebraska.edu::ecae82fc-e8f0-438f-8501-84f2371b7b51" providerId="AD" clId="Web-{7C64F91E-5ACB-A742-7CF6-465A46269B9D}" dt="2026-05-02T02:07:58.325" v="457" actId="20577"/>
        <pc:sldMkLst>
          <pc:docMk/>
          <pc:sldMk cId="4277837997" sldId="262"/>
        </pc:sldMkLst>
        <pc:spChg chg="mod">
          <ac:chgData name="Hennysa Omoregie" userId="S::69559002@nebraska.edu::ecae82fc-e8f0-438f-8501-84f2371b7b51" providerId="AD" clId="Web-{7C64F91E-5ACB-A742-7CF6-465A46269B9D}" dt="2026-05-02T02:07:58.325" v="457" actId="20577"/>
          <ac:spMkLst>
            <pc:docMk/>
            <pc:sldMk cId="4277837997" sldId="262"/>
            <ac:spMk id="2" creationId="{0F887B2F-6603-5D50-2445-0B34DC6E90D7}"/>
          </ac:spMkLst>
        </pc:spChg>
        <pc:spChg chg="mod">
          <ac:chgData name="Hennysa Omoregie" userId="S::69559002@nebraska.edu::ecae82fc-e8f0-438f-8501-84f2371b7b51" providerId="AD" clId="Web-{7C64F91E-5ACB-A742-7CF6-465A46269B9D}" dt="2026-05-02T02:04:40.544" v="330" actId="14100"/>
          <ac:spMkLst>
            <pc:docMk/>
            <pc:sldMk cId="4277837997" sldId="262"/>
            <ac:spMk id="6" creationId="{32FDE222-B529-69F3-E084-5AF022571782}"/>
          </ac:spMkLst>
        </pc:spChg>
      </pc:sldChg>
      <pc:sldChg chg="modSp">
        <pc:chgData name="Hennysa Omoregie" userId="S::69559002@nebraska.edu::ecae82fc-e8f0-438f-8501-84f2371b7b51" providerId="AD" clId="Web-{7C64F91E-5ACB-A742-7CF6-465A46269B9D}" dt="2026-05-02T02:09:55.388" v="512" actId="20577"/>
        <pc:sldMkLst>
          <pc:docMk/>
          <pc:sldMk cId="1238381373" sldId="265"/>
        </pc:sldMkLst>
        <pc:spChg chg="mod">
          <ac:chgData name="Hennysa Omoregie" userId="S::69559002@nebraska.edu::ecae82fc-e8f0-438f-8501-84f2371b7b51" providerId="AD" clId="Web-{7C64F91E-5ACB-A742-7CF6-465A46269B9D}" dt="2026-05-02T02:09:55.388" v="512" actId="20577"/>
          <ac:spMkLst>
            <pc:docMk/>
            <pc:sldMk cId="1238381373" sldId="265"/>
            <ac:spMk id="3" creationId="{10306E30-9D7C-73BE-B11D-7F90FB693B38}"/>
          </ac:spMkLst>
        </pc:spChg>
      </pc:sldChg>
      <pc:sldChg chg="modSp">
        <pc:chgData name="Hennysa Omoregie" userId="S::69559002@nebraska.edu::ecae82fc-e8f0-438f-8501-84f2371b7b51" providerId="AD" clId="Web-{7C64F91E-5ACB-A742-7CF6-465A46269B9D}" dt="2026-05-02T01:42:05.836" v="94" actId="20577"/>
        <pc:sldMkLst>
          <pc:docMk/>
          <pc:sldMk cId="1201647845" sldId="266"/>
        </pc:sldMkLst>
        <pc:spChg chg="mod">
          <ac:chgData name="Hennysa Omoregie" userId="S::69559002@nebraska.edu::ecae82fc-e8f0-438f-8501-84f2371b7b51" providerId="AD" clId="Web-{7C64F91E-5ACB-A742-7CF6-465A46269B9D}" dt="2026-05-02T01:42:05.836" v="94" actId="20577"/>
          <ac:spMkLst>
            <pc:docMk/>
            <pc:sldMk cId="1201647845" sldId="266"/>
            <ac:spMk id="3" creationId="{499E615D-2298-F6AF-B7D4-1A04E3095713}"/>
          </ac:spMkLst>
        </pc:spChg>
      </pc:sldChg>
      <pc:sldChg chg="addSp delSp modSp mod setBg">
        <pc:chgData name="Hennysa Omoregie" userId="S::69559002@nebraska.edu::ecae82fc-e8f0-438f-8501-84f2371b7b51" providerId="AD" clId="Web-{7C64F91E-5ACB-A742-7CF6-465A46269B9D}" dt="2026-05-02T02:19:01.035" v="716" actId="20577"/>
        <pc:sldMkLst>
          <pc:docMk/>
          <pc:sldMk cId="613614544" sldId="267"/>
        </pc:sldMkLst>
        <pc:spChg chg="mod">
          <ac:chgData name="Hennysa Omoregie" userId="S::69559002@nebraska.edu::ecae82fc-e8f0-438f-8501-84f2371b7b51" providerId="AD" clId="Web-{7C64F91E-5ACB-A742-7CF6-465A46269B9D}" dt="2026-05-02T02:13:58.125" v="592"/>
          <ac:spMkLst>
            <pc:docMk/>
            <pc:sldMk cId="613614544" sldId="267"/>
            <ac:spMk id="2" creationId="{7AF96867-885E-D844-4844-28502B9475B1}"/>
          </ac:spMkLst>
        </pc:spChg>
        <pc:spChg chg="mod">
          <ac:chgData name="Hennysa Omoregie" userId="S::69559002@nebraska.edu::ecae82fc-e8f0-438f-8501-84f2371b7b51" providerId="AD" clId="Web-{7C64F91E-5ACB-A742-7CF6-465A46269B9D}" dt="2026-05-02T02:19:01.035" v="716" actId="20577"/>
          <ac:spMkLst>
            <pc:docMk/>
            <pc:sldMk cId="613614544" sldId="267"/>
            <ac:spMk id="3" creationId="{77AD558F-83E9-39E8-D0AD-98C9A49571C5}"/>
          </ac:spMkLst>
        </pc:spChg>
        <pc:picChg chg="add">
          <ac:chgData name="Hennysa Omoregie" userId="S::69559002@nebraska.edu::ecae82fc-e8f0-438f-8501-84f2371b7b51" providerId="AD" clId="Web-{7C64F91E-5ACB-A742-7CF6-465A46269B9D}" dt="2026-05-02T02:13:58.125" v="592"/>
          <ac:picMkLst>
            <pc:docMk/>
            <pc:sldMk cId="613614544" sldId="267"/>
            <ac:picMk id="11" creationId="{5F92E676-4F4B-38A9-1D36-1B79F1DB1D88}"/>
          </ac:picMkLst>
        </pc:picChg>
      </pc:sldChg>
      <pc:sldChg chg="modSp">
        <pc:chgData name="Hennysa Omoregie" userId="S::69559002@nebraska.edu::ecae82fc-e8f0-438f-8501-84f2371b7b51" providerId="AD" clId="Web-{7C64F91E-5ACB-A742-7CF6-465A46269B9D}" dt="2026-05-02T02:17:52.551" v="714" actId="20577"/>
        <pc:sldMkLst>
          <pc:docMk/>
          <pc:sldMk cId="1034589283" sldId="268"/>
        </pc:sldMkLst>
        <pc:spChg chg="mod">
          <ac:chgData name="Hennysa Omoregie" userId="S::69559002@nebraska.edu::ecae82fc-e8f0-438f-8501-84f2371b7b51" providerId="AD" clId="Web-{7C64F91E-5ACB-A742-7CF6-465A46269B9D}" dt="2026-05-02T01:43:01.164" v="97" actId="20577"/>
          <ac:spMkLst>
            <pc:docMk/>
            <pc:sldMk cId="1034589283" sldId="268"/>
            <ac:spMk id="2" creationId="{CEC5C885-0D70-70AB-88C6-A2510E4DEE3F}"/>
          </ac:spMkLst>
        </pc:spChg>
        <pc:spChg chg="mod">
          <ac:chgData name="Hennysa Omoregie" userId="S::69559002@nebraska.edu::ecae82fc-e8f0-438f-8501-84f2371b7b51" providerId="AD" clId="Web-{7C64F91E-5ACB-A742-7CF6-465A46269B9D}" dt="2026-05-02T02:17:52.551" v="714" actId="20577"/>
          <ac:spMkLst>
            <pc:docMk/>
            <pc:sldMk cId="1034589283" sldId="268"/>
            <ac:spMk id="3" creationId="{1703B615-00DF-53E7-9DB3-2A72CAFD6C77}"/>
          </ac:spMkLst>
        </pc:spChg>
      </pc:sldChg>
      <pc:sldChg chg="addSp delSp modSp mod setBg">
        <pc:chgData name="Hennysa Omoregie" userId="S::69559002@nebraska.edu::ecae82fc-e8f0-438f-8501-84f2371b7b51" providerId="AD" clId="Web-{7C64F91E-5ACB-A742-7CF6-465A46269B9D}" dt="2026-05-02T02:19:26.145" v="719" actId="20577"/>
        <pc:sldMkLst>
          <pc:docMk/>
          <pc:sldMk cId="1001751742" sldId="269"/>
        </pc:sldMkLst>
        <pc:spChg chg="mod">
          <ac:chgData name="Hennysa Omoregie" userId="S::69559002@nebraska.edu::ecae82fc-e8f0-438f-8501-84f2371b7b51" providerId="AD" clId="Web-{7C64F91E-5ACB-A742-7CF6-465A46269B9D}" dt="2026-05-02T01:45:47.415" v="188"/>
          <ac:spMkLst>
            <pc:docMk/>
            <pc:sldMk cId="1001751742" sldId="269"/>
            <ac:spMk id="2" creationId="{4C5497A6-39F2-EFB0-0050-A4C2325CA663}"/>
          </ac:spMkLst>
        </pc:spChg>
        <pc:graphicFrameChg chg="add mod modGraphic">
          <ac:chgData name="Hennysa Omoregie" userId="S::69559002@nebraska.edu::ecae82fc-e8f0-438f-8501-84f2371b7b51" providerId="AD" clId="Web-{7C64F91E-5ACB-A742-7CF6-465A46269B9D}" dt="2026-05-02T02:19:26.145" v="719" actId="20577"/>
          <ac:graphicFrameMkLst>
            <pc:docMk/>
            <pc:sldMk cId="1001751742" sldId="269"/>
            <ac:graphicFrameMk id="6" creationId="{10E77E05-EAEF-FD21-1530-7ED1D545E197}"/>
          </ac:graphicFrameMkLst>
        </pc:graphicFrameChg>
      </pc:sldChg>
      <pc:sldChg chg="addSp delSp modSp add replId">
        <pc:chgData name="Hennysa Omoregie" userId="S::69559002@nebraska.edu::ecae82fc-e8f0-438f-8501-84f2371b7b51" providerId="AD" clId="Web-{7C64F91E-5ACB-A742-7CF6-465A46269B9D}" dt="2026-05-02T02:08:01.232" v="458" actId="20577"/>
        <pc:sldMkLst>
          <pc:docMk/>
          <pc:sldMk cId="3677325393" sldId="272"/>
        </pc:sldMkLst>
        <pc:spChg chg="mod">
          <ac:chgData name="Hennysa Omoregie" userId="S::69559002@nebraska.edu::ecae82fc-e8f0-438f-8501-84f2371b7b51" providerId="AD" clId="Web-{7C64F91E-5ACB-A742-7CF6-465A46269B9D}" dt="2026-05-02T02:08:01.232" v="458" actId="20577"/>
          <ac:spMkLst>
            <pc:docMk/>
            <pc:sldMk cId="3677325393" sldId="272"/>
            <ac:spMk id="2" creationId="{CA50815E-868F-395D-4CAB-FEF58991722E}"/>
          </ac:spMkLst>
        </pc:spChg>
        <pc:spChg chg="mod">
          <ac:chgData name="Hennysa Omoregie" userId="S::69559002@nebraska.edu::ecae82fc-e8f0-438f-8501-84f2371b7b51" providerId="AD" clId="Web-{7C64F91E-5ACB-A742-7CF6-465A46269B9D}" dt="2026-05-02T02:07:47.450" v="450" actId="20577"/>
          <ac:spMkLst>
            <pc:docMk/>
            <pc:sldMk cId="3677325393" sldId="272"/>
            <ac:spMk id="6" creationId="{8B4D59B0-EDAE-3741-C037-24C1B04F86B4}"/>
          </ac:spMkLst>
        </pc:spChg>
        <pc:picChg chg="add mod">
          <ac:chgData name="Hennysa Omoregie" userId="S::69559002@nebraska.edu::ecae82fc-e8f0-438f-8501-84f2371b7b51" providerId="AD" clId="Web-{7C64F91E-5ACB-A742-7CF6-465A46269B9D}" dt="2026-05-02T02:05:08.934" v="337" actId="14100"/>
          <ac:picMkLst>
            <pc:docMk/>
            <pc:sldMk cId="3677325393" sldId="272"/>
            <ac:picMk id="4" creationId="{162914C2-3272-EA76-CFB3-95417D2125D4}"/>
          </ac:picMkLst>
        </pc:picChg>
      </pc:sldChg>
    </pc:docChg>
  </pc:docChgLst>
  <pc:docChgLst>
    <pc:chgData name="Hennysa Omoregie" userId="S::69559002@nebraska.edu::ecae82fc-e8f0-438f-8501-84f2371b7b51" providerId="AD" clId="Web-{9648A2D0-9312-A0AB-2AA5-13FC0DBC014A}"/>
    <pc:docChg chg="modSld">
      <pc:chgData name="Hennysa Omoregie" userId="S::69559002@nebraska.edu::ecae82fc-e8f0-438f-8501-84f2371b7b51" providerId="AD" clId="Web-{9648A2D0-9312-A0AB-2AA5-13FC0DBC014A}" dt="2026-05-06T00:01:35.212" v="65" actId="20577"/>
      <pc:docMkLst>
        <pc:docMk/>
      </pc:docMkLst>
      <pc:sldChg chg="modSp">
        <pc:chgData name="Hennysa Omoregie" userId="S::69559002@nebraska.edu::ecae82fc-e8f0-438f-8501-84f2371b7b51" providerId="AD" clId="Web-{9648A2D0-9312-A0AB-2AA5-13FC0DBC014A}" dt="2026-05-06T00:00:05.133" v="16" actId="20577"/>
        <pc:sldMkLst>
          <pc:docMk/>
          <pc:sldMk cId="613614544" sldId="267"/>
        </pc:sldMkLst>
        <pc:spChg chg="mod">
          <ac:chgData name="Hennysa Omoregie" userId="S::69559002@nebraska.edu::ecae82fc-e8f0-438f-8501-84f2371b7b51" providerId="AD" clId="Web-{9648A2D0-9312-A0AB-2AA5-13FC0DBC014A}" dt="2026-05-06T00:00:05.133" v="16" actId="20577"/>
          <ac:spMkLst>
            <pc:docMk/>
            <pc:sldMk cId="613614544" sldId="267"/>
            <ac:spMk id="3" creationId="{77AD558F-83E9-39E8-D0AD-98C9A49571C5}"/>
          </ac:spMkLst>
        </pc:spChg>
      </pc:sldChg>
      <pc:sldChg chg="modSp">
        <pc:chgData name="Hennysa Omoregie" userId="S::69559002@nebraska.edu::ecae82fc-e8f0-438f-8501-84f2371b7b51" providerId="AD" clId="Web-{9648A2D0-9312-A0AB-2AA5-13FC0DBC014A}" dt="2026-05-06T00:01:35.212" v="65" actId="20577"/>
        <pc:sldMkLst>
          <pc:docMk/>
          <pc:sldMk cId="798129135" sldId="271"/>
        </pc:sldMkLst>
        <pc:spChg chg="mod">
          <ac:chgData name="Hennysa Omoregie" userId="S::69559002@nebraska.edu::ecae82fc-e8f0-438f-8501-84f2371b7b51" providerId="AD" clId="Web-{9648A2D0-9312-A0AB-2AA5-13FC0DBC014A}" dt="2026-05-06T00:01:35.212" v="65" actId="20577"/>
          <ac:spMkLst>
            <pc:docMk/>
            <pc:sldMk cId="798129135" sldId="271"/>
            <ac:spMk id="3" creationId="{6E172F13-8FD5-9D61-F29F-20461F133384}"/>
          </ac:spMkLst>
        </pc:spChg>
      </pc:sldChg>
    </pc:docChg>
  </pc:docChgLst>
  <pc:docChgLst>
    <pc:chgData name="Hennysa Omoregie" userId="S::69559002@nebraska.edu::ecae82fc-e8f0-438f-8501-84f2371b7b51" providerId="AD" clId="Web-{F0BD9775-FDA3-5302-A5D8-45122306077A}"/>
    <pc:docChg chg="addSld modSld">
      <pc:chgData name="Hennysa Omoregie" userId="S::69559002@nebraska.edu::ecae82fc-e8f0-438f-8501-84f2371b7b51" providerId="AD" clId="Web-{F0BD9775-FDA3-5302-A5D8-45122306077A}" dt="2026-04-06T19:25:31.456" v="30"/>
      <pc:docMkLst>
        <pc:docMk/>
      </pc:docMkLst>
      <pc:sldChg chg="modSp">
        <pc:chgData name="Hennysa Omoregie" userId="S::69559002@nebraska.edu::ecae82fc-e8f0-438f-8501-84f2371b7b51" providerId="AD" clId="Web-{F0BD9775-FDA3-5302-A5D8-45122306077A}" dt="2026-04-06T19:24:05.097" v="13" actId="20577"/>
        <pc:sldMkLst>
          <pc:docMk/>
          <pc:sldMk cId="109857222" sldId="256"/>
        </pc:sldMkLst>
        <pc:spChg chg="mod">
          <ac:chgData name="Hennysa Omoregie" userId="S::69559002@nebraska.edu::ecae82fc-e8f0-438f-8501-84f2371b7b51" providerId="AD" clId="Web-{F0BD9775-FDA3-5302-A5D8-45122306077A}" dt="2026-04-06T19:24:02.879" v="8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Hennysa Omoregie" userId="S::69559002@nebraska.edu::ecae82fc-e8f0-438f-8501-84f2371b7b51" providerId="AD" clId="Web-{F0BD9775-FDA3-5302-A5D8-45122306077A}" dt="2026-04-06T19:24:05.097" v="13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Hennysa Omoregie" userId="S::69559002@nebraska.edu::ecae82fc-e8f0-438f-8501-84f2371b7b51" providerId="AD" clId="Web-{DCDD7D54-5C06-E2F8-045F-D5F4B7A42131}"/>
    <pc:docChg chg="addSld modSld sldOrd">
      <pc:chgData name="Hennysa Omoregie" userId="S::69559002@nebraska.edu::ecae82fc-e8f0-438f-8501-84f2371b7b51" providerId="AD" clId="Web-{DCDD7D54-5C06-E2F8-045F-D5F4B7A42131}" dt="2026-04-13T18:54:35.053" v="45" actId="20577"/>
      <pc:docMkLst>
        <pc:docMk/>
      </pc:docMkLst>
      <pc:sldChg chg="modSp new">
        <pc:chgData name="Hennysa Omoregie" userId="S::69559002@nebraska.edu::ecae82fc-e8f0-438f-8501-84f2371b7b51" providerId="AD" clId="Web-{DCDD7D54-5C06-E2F8-045F-D5F4B7A42131}" dt="2026-04-13T18:54:35.053" v="45" actId="20577"/>
        <pc:sldMkLst>
          <pc:docMk/>
          <pc:sldMk cId="1238381373" sldId="265"/>
        </pc:sldMkLst>
        <pc:spChg chg="mod">
          <ac:chgData name="Hennysa Omoregie" userId="S::69559002@nebraska.edu::ecae82fc-e8f0-438f-8501-84f2371b7b51" providerId="AD" clId="Web-{DCDD7D54-5C06-E2F8-045F-D5F4B7A42131}" dt="2026-04-13T18:43:12.558" v="27" actId="20577"/>
          <ac:spMkLst>
            <pc:docMk/>
            <pc:sldMk cId="1238381373" sldId="265"/>
            <ac:spMk id="2" creationId="{870F52AD-7DE9-58EC-F162-28E38E964EC5}"/>
          </ac:spMkLst>
        </pc:spChg>
        <pc:spChg chg="mod">
          <ac:chgData name="Hennysa Omoregie" userId="S::69559002@nebraska.edu::ecae82fc-e8f0-438f-8501-84f2371b7b51" providerId="AD" clId="Web-{DCDD7D54-5C06-E2F8-045F-D5F4B7A42131}" dt="2026-04-13T18:54:35.053" v="45" actId="20577"/>
          <ac:spMkLst>
            <pc:docMk/>
            <pc:sldMk cId="1238381373" sldId="265"/>
            <ac:spMk id="3" creationId="{10306E30-9D7C-73BE-B11D-7F90FB693B38}"/>
          </ac:spMkLst>
        </pc:spChg>
      </pc:sldChg>
    </pc:docChg>
  </pc:docChgLst>
  <pc:docChgLst>
    <pc:chgData name="Laurelle Sekpe" userId="S::33889560@nebraska.edu::f4befdab-e52b-48f2-8b4e-976d5fb6a428" providerId="AD" clId="Web-{DA7BD0EA-FFB2-2F39-B35D-CFFB9DE2323D}"/>
    <pc:docChg chg="modSld">
      <pc:chgData name="Laurelle Sekpe" userId="S::33889560@nebraska.edu::f4befdab-e52b-48f2-8b4e-976d5fb6a428" providerId="AD" clId="Web-{DA7BD0EA-FFB2-2F39-B35D-CFFB9DE2323D}" dt="2026-05-02T16:16:04.628" v="39"/>
      <pc:docMkLst>
        <pc:docMk/>
      </pc:docMkLst>
      <pc:sldChg chg="modNotes">
        <pc:chgData name="Laurelle Sekpe" userId="S::33889560@nebraska.edu::f4befdab-e52b-48f2-8b4e-976d5fb6a428" providerId="AD" clId="Web-{DA7BD0EA-FFB2-2F39-B35D-CFFB9DE2323D}" dt="2026-05-02T16:16:04.628" v="39"/>
        <pc:sldMkLst>
          <pc:docMk/>
          <pc:sldMk cId="109857222" sldId="256"/>
        </pc:sldMkLst>
      </pc:sldChg>
      <pc:sldChg chg="modNotes">
        <pc:chgData name="Laurelle Sekpe" userId="S::33889560@nebraska.edu::f4befdab-e52b-48f2-8b4e-976d5fb6a428" providerId="AD" clId="Web-{DA7BD0EA-FFB2-2F39-B35D-CFFB9DE2323D}" dt="2026-05-02T16:15:26.316" v="13"/>
        <pc:sldMkLst>
          <pc:docMk/>
          <pc:sldMk cId="4277837997" sldId="262"/>
        </pc:sldMkLst>
      </pc:sldChg>
      <pc:sldChg chg="modNotes">
        <pc:chgData name="Laurelle Sekpe" userId="S::33889560@nebraska.edu::f4befdab-e52b-48f2-8b4e-976d5fb6a428" providerId="AD" clId="Web-{DA7BD0EA-FFB2-2F39-B35D-CFFB9DE2323D}" dt="2026-05-02T16:16:01.691" v="37"/>
        <pc:sldMkLst>
          <pc:docMk/>
          <pc:sldMk cId="1238381373" sldId="265"/>
        </pc:sldMkLst>
      </pc:sldChg>
      <pc:sldChg chg="modNotes">
        <pc:chgData name="Laurelle Sekpe" userId="S::33889560@nebraska.edu::f4befdab-e52b-48f2-8b4e-976d5fb6a428" providerId="AD" clId="Web-{DA7BD0EA-FFB2-2F39-B35D-CFFB9DE2323D}" dt="2026-05-02T16:15:59.035" v="34"/>
        <pc:sldMkLst>
          <pc:docMk/>
          <pc:sldMk cId="1201647845" sldId="266"/>
        </pc:sldMkLst>
      </pc:sldChg>
      <pc:sldChg chg="modNotes">
        <pc:chgData name="Laurelle Sekpe" userId="S::33889560@nebraska.edu::f4befdab-e52b-48f2-8b4e-976d5fb6a428" providerId="AD" clId="Web-{DA7BD0EA-FFB2-2F39-B35D-CFFB9DE2323D}" dt="2026-05-02T16:15:53.738" v="29"/>
        <pc:sldMkLst>
          <pc:docMk/>
          <pc:sldMk cId="613614544" sldId="267"/>
        </pc:sldMkLst>
      </pc:sldChg>
      <pc:sldChg chg="modNotes">
        <pc:chgData name="Laurelle Sekpe" userId="S::33889560@nebraska.edu::f4befdab-e52b-48f2-8b4e-976d5fb6a428" providerId="AD" clId="Web-{DA7BD0EA-FFB2-2F39-B35D-CFFB9DE2323D}" dt="2026-05-02T16:15:42.113" v="18"/>
        <pc:sldMkLst>
          <pc:docMk/>
          <pc:sldMk cId="1034589283" sldId="268"/>
        </pc:sldMkLst>
      </pc:sldChg>
      <pc:sldChg chg="modNotes">
        <pc:chgData name="Laurelle Sekpe" userId="S::33889560@nebraska.edu::f4befdab-e52b-48f2-8b4e-976d5fb6a428" providerId="AD" clId="Web-{DA7BD0EA-FFB2-2F39-B35D-CFFB9DE2323D}" dt="2026-05-02T16:15:28.878" v="15"/>
        <pc:sldMkLst>
          <pc:docMk/>
          <pc:sldMk cId="1001751742" sldId="269"/>
        </pc:sldMkLst>
      </pc:sldChg>
      <pc:sldChg chg="modNotes">
        <pc:chgData name="Laurelle Sekpe" userId="S::33889560@nebraska.edu::f4befdab-e52b-48f2-8b4e-976d5fb6a428" providerId="AD" clId="Web-{DA7BD0EA-FFB2-2F39-B35D-CFFB9DE2323D}" dt="2026-05-02T16:15:02.535" v="2"/>
        <pc:sldMkLst>
          <pc:docMk/>
          <pc:sldMk cId="833628090" sldId="270"/>
        </pc:sldMkLst>
      </pc:sldChg>
      <pc:sldChg chg="modNotes">
        <pc:chgData name="Laurelle Sekpe" userId="S::33889560@nebraska.edu::f4befdab-e52b-48f2-8b4e-976d5fb6a428" providerId="AD" clId="Web-{DA7BD0EA-FFB2-2F39-B35D-CFFB9DE2323D}" dt="2026-05-02T16:15:05.425" v="8"/>
        <pc:sldMkLst>
          <pc:docMk/>
          <pc:sldMk cId="798129135" sldId="271"/>
        </pc:sldMkLst>
      </pc:sldChg>
      <pc:sldChg chg="modNotes">
        <pc:chgData name="Laurelle Sekpe" userId="S::33889560@nebraska.edu::f4befdab-e52b-48f2-8b4e-976d5fb6a428" providerId="AD" clId="Web-{DA7BD0EA-FFB2-2F39-B35D-CFFB9DE2323D}" dt="2026-05-02T16:15:23.300" v="11"/>
        <pc:sldMkLst>
          <pc:docMk/>
          <pc:sldMk cId="3677325393" sldId="272"/>
        </pc:sldMkLst>
      </pc:sldChg>
    </pc:docChg>
  </pc:docChgLst>
  <pc:docChgLst>
    <pc:chgData name="Hennysa Omoregie" userId="S::69559002@nebraska.edu::ecae82fc-e8f0-438f-8501-84f2371b7b51" providerId="AD" clId="Web-{AA7ACECE-E86F-8532-08EE-97605FFE727A}"/>
    <pc:docChg chg="addSld modSld">
      <pc:chgData name="Hennysa Omoregie" userId="S::69559002@nebraska.edu::ecae82fc-e8f0-438f-8501-84f2371b7b51" providerId="AD" clId="Web-{AA7ACECE-E86F-8532-08EE-97605FFE727A}" dt="2026-05-06T14:14:59.042" v="50" actId="20577"/>
      <pc:docMkLst>
        <pc:docMk/>
      </pc:docMkLst>
      <pc:sldChg chg="modSp">
        <pc:chgData name="Hennysa Omoregie" userId="S::69559002@nebraska.edu::ecae82fc-e8f0-438f-8501-84f2371b7b51" providerId="AD" clId="Web-{AA7ACECE-E86F-8532-08EE-97605FFE727A}" dt="2026-05-06T14:10:28.059" v="27" actId="20577"/>
        <pc:sldMkLst>
          <pc:docMk/>
          <pc:sldMk cId="613614544" sldId="267"/>
        </pc:sldMkLst>
        <pc:spChg chg="mod">
          <ac:chgData name="Hennysa Omoregie" userId="S::69559002@nebraska.edu::ecae82fc-e8f0-438f-8501-84f2371b7b51" providerId="AD" clId="Web-{AA7ACECE-E86F-8532-08EE-97605FFE727A}" dt="2026-05-06T14:09:15.778" v="18" actId="20577"/>
          <ac:spMkLst>
            <pc:docMk/>
            <pc:sldMk cId="613614544" sldId="267"/>
            <ac:spMk id="2" creationId="{7AF96867-885E-D844-4844-28502B9475B1}"/>
          </ac:spMkLst>
        </pc:spChg>
        <pc:spChg chg="mod">
          <ac:chgData name="Hennysa Omoregie" userId="S::69559002@nebraska.edu::ecae82fc-e8f0-438f-8501-84f2371b7b51" providerId="AD" clId="Web-{AA7ACECE-E86F-8532-08EE-97605FFE727A}" dt="2026-05-06T14:10:28.059" v="27" actId="20577"/>
          <ac:spMkLst>
            <pc:docMk/>
            <pc:sldMk cId="613614544" sldId="267"/>
            <ac:spMk id="3" creationId="{77AD558F-83E9-39E8-D0AD-98C9A49571C5}"/>
          </ac:spMkLst>
        </pc:spChg>
      </pc:sldChg>
      <pc:sldChg chg="modSp">
        <pc:chgData name="Hennysa Omoregie" userId="S::69559002@nebraska.edu::ecae82fc-e8f0-438f-8501-84f2371b7b51" providerId="AD" clId="Web-{AA7ACECE-E86F-8532-08EE-97605FFE727A}" dt="2026-05-06T14:14:59.042" v="50" actId="20577"/>
        <pc:sldMkLst>
          <pc:docMk/>
          <pc:sldMk cId="1034589283" sldId="268"/>
        </pc:sldMkLst>
        <pc:spChg chg="mod">
          <ac:chgData name="Hennysa Omoregie" userId="S::69559002@nebraska.edu::ecae82fc-e8f0-438f-8501-84f2371b7b51" providerId="AD" clId="Web-{AA7ACECE-E86F-8532-08EE-97605FFE727A}" dt="2026-05-06T14:14:59.042" v="50" actId="20577"/>
          <ac:spMkLst>
            <pc:docMk/>
            <pc:sldMk cId="1034589283" sldId="268"/>
            <ac:spMk id="3" creationId="{1703B615-00DF-53E7-9DB3-2A72CAFD6C77}"/>
          </ac:spMkLst>
        </pc:spChg>
      </pc:sldChg>
      <pc:sldChg chg="addSp delSp modSp add mod replId setBg">
        <pc:chgData name="Hennysa Omoregie" userId="S::69559002@nebraska.edu::ecae82fc-e8f0-438f-8501-84f2371b7b51" providerId="AD" clId="Web-{AA7ACECE-E86F-8532-08EE-97605FFE727A}" dt="2026-05-06T14:13:59.167" v="41"/>
        <pc:sldMkLst>
          <pc:docMk/>
          <pc:sldMk cId="2596474584" sldId="273"/>
        </pc:sldMkLst>
        <pc:spChg chg="del">
          <ac:chgData name="Hennysa Omoregie" userId="S::69559002@nebraska.edu::ecae82fc-e8f0-438f-8501-84f2371b7b51" providerId="AD" clId="Web-{AA7ACECE-E86F-8532-08EE-97605FFE727A}" dt="2026-05-06T14:13:27.261" v="30"/>
          <ac:spMkLst>
            <pc:docMk/>
            <pc:sldMk cId="2596474584" sldId="273"/>
            <ac:spMk id="2" creationId="{1E4583F9-D6BB-3887-45CD-6C63C20BFB52}"/>
          </ac:spMkLst>
        </pc:spChg>
        <pc:spChg chg="del">
          <ac:chgData name="Hennysa Omoregie" userId="S::69559002@nebraska.edu::ecae82fc-e8f0-438f-8501-84f2371b7b51" providerId="AD" clId="Web-{AA7ACECE-E86F-8532-08EE-97605FFE727A}" dt="2026-05-06T14:13:25.995" v="29"/>
          <ac:spMkLst>
            <pc:docMk/>
            <pc:sldMk cId="2596474584" sldId="273"/>
            <ac:spMk id="3" creationId="{273C9F2F-74B2-257A-2AA8-FA959D0D2AD7}"/>
          </ac:spMkLst>
        </pc:spChg>
        <pc:spChg chg="add del mod">
          <ac:chgData name="Hennysa Omoregie" userId="S::69559002@nebraska.edu::ecae82fc-e8f0-438f-8501-84f2371b7b51" providerId="AD" clId="Web-{AA7ACECE-E86F-8532-08EE-97605FFE727A}" dt="2026-05-06T14:13:31.870" v="31"/>
          <ac:spMkLst>
            <pc:docMk/>
            <pc:sldMk cId="2596474584" sldId="273"/>
            <ac:spMk id="5" creationId="{1EAA5C36-FC3F-1003-88B2-52791D5A46B6}"/>
          </ac:spMkLst>
        </pc:spChg>
        <pc:spChg chg="add del mod">
          <ac:chgData name="Hennysa Omoregie" userId="S::69559002@nebraska.edu::ecae82fc-e8f0-438f-8501-84f2371b7b51" providerId="AD" clId="Web-{AA7ACECE-E86F-8532-08EE-97605FFE727A}" dt="2026-05-06T14:13:35.027" v="32"/>
          <ac:spMkLst>
            <pc:docMk/>
            <pc:sldMk cId="2596474584" sldId="273"/>
            <ac:spMk id="7" creationId="{F5D0AED7-90FF-7597-92A0-592F366A1736}"/>
          </ac:spMkLst>
        </pc:spChg>
        <pc:spChg chg="add del">
          <ac:chgData name="Hennysa Omoregie" userId="S::69559002@nebraska.edu::ecae82fc-e8f0-438f-8501-84f2371b7b51" providerId="AD" clId="Web-{AA7ACECE-E86F-8532-08EE-97605FFE727A}" dt="2026-05-06T14:13:56.355" v="38"/>
          <ac:spMkLst>
            <pc:docMk/>
            <pc:sldMk cId="2596474584" sldId="273"/>
            <ac:spMk id="12" creationId="{DA1DAC79-DDBA-4382-9D43-6E5F685BE5FB}"/>
          </ac:spMkLst>
        </pc:spChg>
        <pc:spChg chg="add del">
          <ac:chgData name="Hennysa Omoregie" userId="S::69559002@nebraska.edu::ecae82fc-e8f0-438f-8501-84f2371b7b51" providerId="AD" clId="Web-{AA7ACECE-E86F-8532-08EE-97605FFE727A}" dt="2026-05-06T14:13:49.230" v="36"/>
          <ac:spMkLst>
            <pc:docMk/>
            <pc:sldMk cId="2596474584" sldId="273"/>
            <ac:spMk id="17" creationId="{DA1DAC79-DDBA-4382-9D43-6E5F685BE5FB}"/>
          </ac:spMkLst>
        </pc:spChg>
        <pc:spChg chg="add del">
          <ac:chgData name="Hennysa Omoregie" userId="S::69559002@nebraska.edu::ecae82fc-e8f0-438f-8501-84f2371b7b51" providerId="AD" clId="Web-{AA7ACECE-E86F-8532-08EE-97605FFE727A}" dt="2026-05-06T14:13:56.355" v="38"/>
          <ac:spMkLst>
            <pc:docMk/>
            <pc:sldMk cId="2596474584" sldId="273"/>
            <ac:spMk id="18" creationId="{6AACA73D-178F-4CFC-99E3-9F4FCBBDBA83}"/>
          </ac:spMkLst>
        </pc:spChg>
        <pc:spChg chg="add del">
          <ac:chgData name="Hennysa Omoregie" userId="S::69559002@nebraska.edu::ecae82fc-e8f0-438f-8501-84f2371b7b51" providerId="AD" clId="Web-{AA7ACECE-E86F-8532-08EE-97605FFE727A}" dt="2026-05-06T14:13:49.230" v="36"/>
          <ac:spMkLst>
            <pc:docMk/>
            <pc:sldMk cId="2596474584" sldId="273"/>
            <ac:spMk id="23" creationId="{6AACA73D-178F-4CFC-99E3-9F4FCBBDBA83}"/>
          </ac:spMkLst>
        </pc:spChg>
        <pc:spChg chg="add del">
          <ac:chgData name="Hennysa Omoregie" userId="S::69559002@nebraska.edu::ecae82fc-e8f0-438f-8501-84f2371b7b51" providerId="AD" clId="Web-{AA7ACECE-E86F-8532-08EE-97605FFE727A}" dt="2026-05-06T14:13:56.355" v="38"/>
          <ac:spMkLst>
            <pc:docMk/>
            <pc:sldMk cId="2596474584" sldId="273"/>
            <ac:spMk id="25" creationId="{D3031615-4E70-4AA1-B27C-F56E25379C5E}"/>
          </ac:spMkLst>
        </pc:spChg>
        <pc:spChg chg="add del">
          <ac:chgData name="Hennysa Omoregie" userId="S::69559002@nebraska.edu::ecae82fc-e8f0-438f-8501-84f2371b7b51" providerId="AD" clId="Web-{AA7ACECE-E86F-8532-08EE-97605FFE727A}" dt="2026-05-06T14:13:56.355" v="38"/>
          <ac:spMkLst>
            <pc:docMk/>
            <pc:sldMk cId="2596474584" sldId="273"/>
            <ac:spMk id="27" creationId="{32386D96-DF72-4275-B766-E00CBBFB0F2A}"/>
          </ac:spMkLst>
        </pc:spChg>
        <pc:spChg chg="add del">
          <ac:chgData name="Hennysa Omoregie" userId="S::69559002@nebraska.edu::ecae82fc-e8f0-438f-8501-84f2371b7b51" providerId="AD" clId="Web-{AA7ACECE-E86F-8532-08EE-97605FFE727A}" dt="2026-05-06T14:13:59.105" v="40"/>
          <ac:spMkLst>
            <pc:docMk/>
            <pc:sldMk cId="2596474584" sldId="273"/>
            <ac:spMk id="31" creationId="{DA1DAC79-DDBA-4382-9D43-6E5F685BE5FB}"/>
          </ac:spMkLst>
        </pc:spChg>
        <pc:spChg chg="add del">
          <ac:chgData name="Hennysa Omoregie" userId="S::69559002@nebraska.edu::ecae82fc-e8f0-438f-8501-84f2371b7b51" providerId="AD" clId="Web-{AA7ACECE-E86F-8532-08EE-97605FFE727A}" dt="2026-05-06T14:13:59.105" v="40"/>
          <ac:spMkLst>
            <pc:docMk/>
            <pc:sldMk cId="2596474584" sldId="273"/>
            <ac:spMk id="34" creationId="{6AACA73D-178F-4CFC-99E3-9F4FCBBDBA83}"/>
          </ac:spMkLst>
        </pc:spChg>
        <pc:spChg chg="add">
          <ac:chgData name="Hennysa Omoregie" userId="S::69559002@nebraska.edu::ecae82fc-e8f0-438f-8501-84f2371b7b51" providerId="AD" clId="Web-{AA7ACECE-E86F-8532-08EE-97605FFE727A}" dt="2026-05-06T14:13:59.167" v="41"/>
          <ac:spMkLst>
            <pc:docMk/>
            <pc:sldMk cId="2596474584" sldId="273"/>
            <ac:spMk id="38" creationId="{AEBE9F1A-B38D-446E-83AE-14B17CE77FF2}"/>
          </ac:spMkLst>
        </pc:spChg>
        <pc:spChg chg="add">
          <ac:chgData name="Hennysa Omoregie" userId="S::69559002@nebraska.edu::ecae82fc-e8f0-438f-8501-84f2371b7b51" providerId="AD" clId="Web-{AA7ACECE-E86F-8532-08EE-97605FFE727A}" dt="2026-05-06T14:13:59.167" v="41"/>
          <ac:spMkLst>
            <pc:docMk/>
            <pc:sldMk cId="2596474584" sldId="273"/>
            <ac:spMk id="41" creationId="{5E3EB826-A471-488F-9E8A-D65528A3C0CA}"/>
          </ac:spMkLst>
        </pc:spChg>
        <pc:spChg chg="add">
          <ac:chgData name="Hennysa Omoregie" userId="S::69559002@nebraska.edu::ecae82fc-e8f0-438f-8501-84f2371b7b51" providerId="AD" clId="Web-{AA7ACECE-E86F-8532-08EE-97605FFE727A}" dt="2026-05-06T14:13:59.167" v="41"/>
          <ac:spMkLst>
            <pc:docMk/>
            <pc:sldMk cId="2596474584" sldId="273"/>
            <ac:spMk id="42" creationId="{DFB3CEA1-88D9-42FB-88ED-1E9807FE6596}"/>
          </ac:spMkLst>
        </pc:spChg>
        <pc:spChg chg="add">
          <ac:chgData name="Hennysa Omoregie" userId="S::69559002@nebraska.edu::ecae82fc-e8f0-438f-8501-84f2371b7b51" providerId="AD" clId="Web-{AA7ACECE-E86F-8532-08EE-97605FFE727A}" dt="2026-05-06T14:13:59.167" v="41"/>
          <ac:spMkLst>
            <pc:docMk/>
            <pc:sldMk cId="2596474584" sldId="273"/>
            <ac:spMk id="43" creationId="{9A6C928E-4252-4F33-8C34-E50A12A3170B}"/>
          </ac:spMkLst>
        </pc:spChg>
        <pc:picChg chg="add mod">
          <ac:chgData name="Hennysa Omoregie" userId="S::69559002@nebraska.edu::ecae82fc-e8f0-438f-8501-84f2371b7b51" providerId="AD" clId="Web-{AA7ACECE-E86F-8532-08EE-97605FFE727A}" dt="2026-05-06T14:13:59.167" v="41"/>
          <ac:picMkLst>
            <pc:docMk/>
            <pc:sldMk cId="2596474584" sldId="273"/>
            <ac:picMk id="8" creationId="{CD368506-241B-7768-49F2-8D45D11F4D72}"/>
          </ac:picMkLst>
        </pc:picChg>
        <pc:picChg chg="add del">
          <ac:chgData name="Hennysa Omoregie" userId="S::69559002@nebraska.edu::ecae82fc-e8f0-438f-8501-84f2371b7b51" providerId="AD" clId="Web-{AA7ACECE-E86F-8532-08EE-97605FFE727A}" dt="2026-05-06T14:13:56.355" v="38"/>
          <ac:picMkLst>
            <pc:docMk/>
            <pc:sldMk cId="2596474584" sldId="273"/>
            <ac:picMk id="10" creationId="{5B89E5C5-A037-45B3-9D37-3658914D4799}"/>
          </ac:picMkLst>
        </pc:picChg>
        <pc:picChg chg="add del">
          <ac:chgData name="Hennysa Omoregie" userId="S::69559002@nebraska.edu::ecae82fc-e8f0-438f-8501-84f2371b7b51" providerId="AD" clId="Web-{AA7ACECE-E86F-8532-08EE-97605FFE727A}" dt="2026-05-06T14:13:56.355" v="38"/>
          <ac:picMkLst>
            <pc:docMk/>
            <pc:sldMk cId="2596474584" sldId="273"/>
            <ac:picMk id="11" creationId="{5ACB93B0-521E-443D-9750-AFCFDDB3E801}"/>
          </ac:picMkLst>
        </pc:picChg>
        <pc:picChg chg="add del">
          <ac:chgData name="Hennysa Omoregie" userId="S::69559002@nebraska.edu::ecae82fc-e8f0-438f-8501-84f2371b7b51" providerId="AD" clId="Web-{AA7ACECE-E86F-8532-08EE-97605FFE727A}" dt="2026-05-06T14:13:49.230" v="36"/>
          <ac:picMkLst>
            <pc:docMk/>
            <pc:sldMk cId="2596474584" sldId="273"/>
            <ac:picMk id="13" creationId="{5B89E5C5-A037-45B3-9D37-3658914D4799}"/>
          </ac:picMkLst>
        </pc:picChg>
        <pc:picChg chg="add del">
          <ac:chgData name="Hennysa Omoregie" userId="S::69559002@nebraska.edu::ecae82fc-e8f0-438f-8501-84f2371b7b51" providerId="AD" clId="Web-{AA7ACECE-E86F-8532-08EE-97605FFE727A}" dt="2026-05-06T14:13:56.355" v="38"/>
          <ac:picMkLst>
            <pc:docMk/>
            <pc:sldMk cId="2596474584" sldId="273"/>
            <ac:picMk id="14" creationId="{E0880F10-995F-4F01-A83B-7ECDB7BE7905}"/>
          </ac:picMkLst>
        </pc:picChg>
        <pc:picChg chg="add del">
          <ac:chgData name="Hennysa Omoregie" userId="S::69559002@nebraska.edu::ecae82fc-e8f0-438f-8501-84f2371b7b51" providerId="AD" clId="Web-{AA7ACECE-E86F-8532-08EE-97605FFE727A}" dt="2026-05-06T14:13:49.230" v="36"/>
          <ac:picMkLst>
            <pc:docMk/>
            <pc:sldMk cId="2596474584" sldId="273"/>
            <ac:picMk id="15" creationId="{5ACB93B0-521E-443D-9750-AFCFDDB3E801}"/>
          </ac:picMkLst>
        </pc:picChg>
        <pc:picChg chg="add del">
          <ac:chgData name="Hennysa Omoregie" userId="S::69559002@nebraska.edu::ecae82fc-e8f0-438f-8501-84f2371b7b51" providerId="AD" clId="Web-{AA7ACECE-E86F-8532-08EE-97605FFE727A}" dt="2026-05-06T14:13:56.355" v="38"/>
          <ac:picMkLst>
            <pc:docMk/>
            <pc:sldMk cId="2596474584" sldId="273"/>
            <ac:picMk id="16" creationId="{A2D49266-1F08-40F2-B0E1-1D919DCB5780}"/>
          </ac:picMkLst>
        </pc:picChg>
        <pc:picChg chg="add del">
          <ac:chgData name="Hennysa Omoregie" userId="S::69559002@nebraska.edu::ecae82fc-e8f0-438f-8501-84f2371b7b51" providerId="AD" clId="Web-{AA7ACECE-E86F-8532-08EE-97605FFE727A}" dt="2026-05-06T14:13:49.230" v="36"/>
          <ac:picMkLst>
            <pc:docMk/>
            <pc:sldMk cId="2596474584" sldId="273"/>
            <ac:picMk id="19" creationId="{E0880F10-995F-4F01-A83B-7ECDB7BE7905}"/>
          </ac:picMkLst>
        </pc:picChg>
        <pc:picChg chg="add del">
          <ac:chgData name="Hennysa Omoregie" userId="S::69559002@nebraska.edu::ecae82fc-e8f0-438f-8501-84f2371b7b51" providerId="AD" clId="Web-{AA7ACECE-E86F-8532-08EE-97605FFE727A}" dt="2026-05-06T14:13:49.230" v="36"/>
          <ac:picMkLst>
            <pc:docMk/>
            <pc:sldMk cId="2596474584" sldId="273"/>
            <ac:picMk id="21" creationId="{A2D49266-1F08-40F2-B0E1-1D919DCB5780}"/>
          </ac:picMkLst>
        </pc:picChg>
        <pc:picChg chg="add del">
          <ac:chgData name="Hennysa Omoregie" userId="S::69559002@nebraska.edu::ecae82fc-e8f0-438f-8501-84f2371b7b51" providerId="AD" clId="Web-{AA7ACECE-E86F-8532-08EE-97605FFE727A}" dt="2026-05-06T14:13:59.105" v="40"/>
          <ac:picMkLst>
            <pc:docMk/>
            <pc:sldMk cId="2596474584" sldId="273"/>
            <ac:picMk id="29" creationId="{5B89E5C5-A037-45B3-9D37-3658914D4799}"/>
          </ac:picMkLst>
        </pc:picChg>
        <pc:picChg chg="add del">
          <ac:chgData name="Hennysa Omoregie" userId="S::69559002@nebraska.edu::ecae82fc-e8f0-438f-8501-84f2371b7b51" providerId="AD" clId="Web-{AA7ACECE-E86F-8532-08EE-97605FFE727A}" dt="2026-05-06T14:13:59.105" v="40"/>
          <ac:picMkLst>
            <pc:docMk/>
            <pc:sldMk cId="2596474584" sldId="273"/>
            <ac:picMk id="30" creationId="{5ACB93B0-521E-443D-9750-AFCFDDB3E801}"/>
          </ac:picMkLst>
        </pc:picChg>
        <pc:picChg chg="add del">
          <ac:chgData name="Hennysa Omoregie" userId="S::69559002@nebraska.edu::ecae82fc-e8f0-438f-8501-84f2371b7b51" providerId="AD" clId="Web-{AA7ACECE-E86F-8532-08EE-97605FFE727A}" dt="2026-05-06T14:13:59.105" v="40"/>
          <ac:picMkLst>
            <pc:docMk/>
            <pc:sldMk cId="2596474584" sldId="273"/>
            <ac:picMk id="32" creationId="{E0880F10-995F-4F01-A83B-7ECDB7BE7905}"/>
          </ac:picMkLst>
        </pc:picChg>
        <pc:picChg chg="add del">
          <ac:chgData name="Hennysa Omoregie" userId="S::69559002@nebraska.edu::ecae82fc-e8f0-438f-8501-84f2371b7b51" providerId="AD" clId="Web-{AA7ACECE-E86F-8532-08EE-97605FFE727A}" dt="2026-05-06T14:13:59.105" v="40"/>
          <ac:picMkLst>
            <pc:docMk/>
            <pc:sldMk cId="2596474584" sldId="273"/>
            <ac:picMk id="33" creationId="{A2D49266-1F08-40F2-B0E1-1D919DCB5780}"/>
          </ac:picMkLst>
        </pc:picChg>
        <pc:picChg chg="add">
          <ac:chgData name="Hennysa Omoregie" userId="S::69559002@nebraska.edu::ecae82fc-e8f0-438f-8501-84f2371b7b51" providerId="AD" clId="Web-{AA7ACECE-E86F-8532-08EE-97605FFE727A}" dt="2026-05-06T14:13:59.167" v="41"/>
          <ac:picMkLst>
            <pc:docMk/>
            <pc:sldMk cId="2596474584" sldId="273"/>
            <ac:picMk id="36" creationId="{C9ECDD5C-152A-4CC7-8333-0F367B3A62EA}"/>
          </ac:picMkLst>
        </pc:picChg>
        <pc:picChg chg="add">
          <ac:chgData name="Hennysa Omoregie" userId="S::69559002@nebraska.edu::ecae82fc-e8f0-438f-8501-84f2371b7b51" providerId="AD" clId="Web-{AA7ACECE-E86F-8532-08EE-97605FFE727A}" dt="2026-05-06T14:13:59.167" v="41"/>
          <ac:picMkLst>
            <pc:docMk/>
            <pc:sldMk cId="2596474584" sldId="273"/>
            <ac:picMk id="37" creationId="{7F5C92A3-369B-43F3-BDCE-E560B1B0EC89}"/>
          </ac:picMkLst>
        </pc:picChg>
        <pc:picChg chg="add">
          <ac:chgData name="Hennysa Omoregie" userId="S::69559002@nebraska.edu::ecae82fc-e8f0-438f-8501-84f2371b7b51" providerId="AD" clId="Web-{AA7ACECE-E86F-8532-08EE-97605FFE727A}" dt="2026-05-06T14:13:59.167" v="41"/>
          <ac:picMkLst>
            <pc:docMk/>
            <pc:sldMk cId="2596474584" sldId="273"/>
            <ac:picMk id="39" creationId="{915B5014-A7EC-4BA6-9C83-8840CF81DB28}"/>
          </ac:picMkLst>
        </pc:picChg>
        <pc:picChg chg="add">
          <ac:chgData name="Hennysa Omoregie" userId="S::69559002@nebraska.edu::ecae82fc-e8f0-438f-8501-84f2371b7b51" providerId="AD" clId="Web-{AA7ACECE-E86F-8532-08EE-97605FFE727A}" dt="2026-05-06T14:13:59.167" v="41"/>
          <ac:picMkLst>
            <pc:docMk/>
            <pc:sldMk cId="2596474584" sldId="273"/>
            <ac:picMk id="40" creationId="{022C43AB-86D7-420D-8AD7-DC0A15FDD0AF}"/>
          </ac:picMkLst>
        </pc:picChg>
      </pc:sldChg>
    </pc:docChg>
  </pc:docChgLst>
  <pc:docChgLst>
    <pc:chgData name="Laurelle Sekpe" userId="S::33889560@nebraska.edu::f4befdab-e52b-48f2-8b4e-976d5fb6a428" providerId="AD" clId="Web-{9A11C267-510C-6BBC-FB44-BA8BF11C254B}"/>
    <pc:docChg chg="modSld">
      <pc:chgData name="Laurelle Sekpe" userId="S::33889560@nebraska.edu::f4befdab-e52b-48f2-8b4e-976d5fb6a428" providerId="AD" clId="Web-{9A11C267-510C-6BBC-FB44-BA8BF11C254B}" dt="2026-05-06T14:31:58.286" v="34" actId="20577"/>
      <pc:docMkLst>
        <pc:docMk/>
      </pc:docMkLst>
      <pc:sldChg chg="modSp">
        <pc:chgData name="Laurelle Sekpe" userId="S::33889560@nebraska.edu::f4befdab-e52b-48f2-8b4e-976d5fb6a428" providerId="AD" clId="Web-{9A11C267-510C-6BBC-FB44-BA8BF11C254B}" dt="2026-05-06T14:31:58.286" v="34" actId="20577"/>
        <pc:sldMkLst>
          <pc:docMk/>
          <pc:sldMk cId="798129135" sldId="271"/>
        </pc:sldMkLst>
        <pc:spChg chg="mod">
          <ac:chgData name="Laurelle Sekpe" userId="S::33889560@nebraska.edu::f4befdab-e52b-48f2-8b4e-976d5fb6a428" providerId="AD" clId="Web-{9A11C267-510C-6BBC-FB44-BA8BF11C254B}" dt="2026-05-06T14:31:58.286" v="34" actId="20577"/>
          <ac:spMkLst>
            <pc:docMk/>
            <pc:sldMk cId="798129135" sldId="271"/>
            <ac:spMk id="3" creationId="{6E172F13-8FD5-9D61-F29F-20461F133384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03C0E9-3569-41DF-8FA0-29307CDD921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EF68ECE-B438-4905-B62D-F0949F3D2B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Started with testing navigation for the low-fidelity prototype</a:t>
          </a:r>
          <a:endParaRPr lang="en-US"/>
        </a:p>
      </dgm:t>
    </dgm:pt>
    <dgm:pt modelId="{AE011580-E3DD-431E-8D1A-0A1602137748}" type="parTrans" cxnId="{5519A78D-865C-4971-896D-990548C66ECB}">
      <dgm:prSet/>
      <dgm:spPr/>
      <dgm:t>
        <a:bodyPr/>
        <a:lstStyle/>
        <a:p>
          <a:endParaRPr lang="en-US"/>
        </a:p>
      </dgm:t>
    </dgm:pt>
    <dgm:pt modelId="{2A5D1E74-10D7-4569-AC4D-77A2A153578F}" type="sibTrans" cxnId="{5519A78D-865C-4971-896D-990548C66ECB}">
      <dgm:prSet/>
      <dgm:spPr/>
      <dgm:t>
        <a:bodyPr/>
        <a:lstStyle/>
        <a:p>
          <a:endParaRPr lang="en-US"/>
        </a:p>
      </dgm:t>
    </dgm:pt>
    <dgm:pt modelId="{F1F56CAE-83F8-4936-8A8F-C08BB7AC94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>
              <a:latin typeface="Century Gothic" panose="020B0502020202020204"/>
            </a:rPr>
            <a:t>From</a:t>
          </a:r>
          <a:r>
            <a:rPr lang="en-US" b="0" i="0"/>
            <a:t> the medium-fidelity prototype and so forth, tested ability to make a song</a:t>
          </a:r>
          <a:endParaRPr lang="en-US"/>
        </a:p>
      </dgm:t>
    </dgm:pt>
    <dgm:pt modelId="{17E3A50D-2441-4FE4-A766-F6F0E75868E0}" type="parTrans" cxnId="{283C07A7-B687-409F-BFE2-0CD1E493BC60}">
      <dgm:prSet/>
      <dgm:spPr/>
      <dgm:t>
        <a:bodyPr/>
        <a:lstStyle/>
        <a:p>
          <a:endParaRPr lang="en-US"/>
        </a:p>
      </dgm:t>
    </dgm:pt>
    <dgm:pt modelId="{2BA5B15E-0301-465C-8C5B-7C28F7138576}" type="sibTrans" cxnId="{283C07A7-B687-409F-BFE2-0CD1E493BC60}">
      <dgm:prSet/>
      <dgm:spPr/>
      <dgm:t>
        <a:bodyPr/>
        <a:lstStyle/>
        <a:p>
          <a:endParaRPr lang="en-US"/>
        </a:p>
      </dgm:t>
    </dgm:pt>
    <dgm:pt modelId="{F7DA1B17-3734-4D13-B6E2-73D427F27324}">
      <dgm:prSet phldrT="[Text]" phldr="0"/>
      <dgm:spPr/>
      <dgm:t>
        <a:bodyPr/>
        <a:lstStyle/>
        <a:p>
          <a:pPr rtl="0">
            <a:lnSpc>
              <a:spcPct val="100000"/>
            </a:lnSpc>
          </a:pPr>
          <a:r>
            <a:rPr lang="en-US" b="1">
              <a:latin typeface="Century Gothic" panose="020B0502020202020204"/>
            </a:rPr>
            <a:t>Results:</a:t>
          </a:r>
          <a:r>
            <a:rPr lang="en-US">
              <a:latin typeface="Century Gothic" panose="020B0502020202020204"/>
            </a:rPr>
            <a:t> Generally, users were able to navigate the web application</a:t>
          </a:r>
        </a:p>
      </dgm:t>
    </dgm:pt>
    <dgm:pt modelId="{78C7B505-6276-4A02-9170-3611EF497B1B}" type="parTrans" cxnId="{1C010F6C-88DA-4B88-8999-AA79BB3ED2D4}">
      <dgm:prSet/>
      <dgm:spPr/>
    </dgm:pt>
    <dgm:pt modelId="{4BA44F4D-0F8E-4FCF-A474-69960A5A7C8B}" type="sibTrans" cxnId="{1C010F6C-88DA-4B88-8999-AA79BB3ED2D4}">
      <dgm:prSet/>
      <dgm:spPr/>
    </dgm:pt>
    <dgm:pt modelId="{1B095919-F394-4E56-9145-434340995040}">
      <dgm:prSet phldrT="[Text]" phldr="0"/>
      <dgm:spPr/>
      <dgm:t>
        <a:bodyPr/>
        <a:lstStyle/>
        <a:p>
          <a:pPr rtl="0">
            <a:lnSpc>
              <a:spcPct val="100000"/>
            </a:lnSpc>
          </a:pPr>
          <a:r>
            <a:rPr lang="en-US" sz="1400">
              <a:latin typeface="Century Gothic" panose="020B0502020202020204"/>
            </a:rPr>
            <a:t>Users fine with UI (</a:t>
          </a:r>
          <a:r>
            <a:rPr lang="en-US" sz="1400" err="1">
              <a:latin typeface="Century Gothic" panose="020B0502020202020204"/>
            </a:rPr>
            <a:t>ish</a:t>
          </a:r>
          <a:r>
            <a:rPr lang="en-US" sz="1400">
              <a:latin typeface="Century Gothic" panose="020B0502020202020204"/>
            </a:rPr>
            <a:t>)</a:t>
          </a:r>
          <a:endParaRPr lang="en-US" sz="1400"/>
        </a:p>
      </dgm:t>
    </dgm:pt>
    <dgm:pt modelId="{90A7B3EE-67EB-4755-B70D-07EFFF66FD90}" type="parTrans" cxnId="{AF3B282E-092F-4550-A5C0-73A796F8C958}">
      <dgm:prSet/>
      <dgm:spPr/>
    </dgm:pt>
    <dgm:pt modelId="{B448EC40-EE3D-4250-B07C-4D9BACC4F4B3}" type="sibTrans" cxnId="{AF3B282E-092F-4550-A5C0-73A796F8C958}">
      <dgm:prSet/>
      <dgm:spPr/>
    </dgm:pt>
    <dgm:pt modelId="{FFE782EC-FE29-4E6E-82CA-A954D0C31318}">
      <dgm:prSet phldrT="[Text]" phldr="0"/>
      <dgm:spPr/>
      <dgm:t>
        <a:bodyPr/>
        <a:lstStyle/>
        <a:p>
          <a:pPr rtl="0">
            <a:lnSpc>
              <a:spcPct val="100000"/>
            </a:lnSpc>
          </a:pPr>
          <a:r>
            <a:rPr lang="en-US" sz="1400">
              <a:latin typeface="Century Gothic" panose="020B0502020202020204"/>
            </a:rPr>
            <a:t>Mostly wanted additional features to Overlay/Studio or existing features made more obvious</a:t>
          </a:r>
        </a:p>
      </dgm:t>
    </dgm:pt>
    <dgm:pt modelId="{A7633493-2A73-43F2-A782-98100A39E1EC}" type="parTrans" cxnId="{E7CDC0EF-C39E-44B1-B4A4-B556D8493C36}">
      <dgm:prSet/>
      <dgm:spPr/>
    </dgm:pt>
    <dgm:pt modelId="{6C62B970-E35A-42D9-B4AE-D30CE2A7E967}" type="sibTrans" cxnId="{E7CDC0EF-C39E-44B1-B4A4-B556D8493C36}">
      <dgm:prSet/>
      <dgm:spPr/>
    </dgm:pt>
    <dgm:pt modelId="{24D6DD68-A911-4F8B-9579-7A590C372255}" type="pres">
      <dgm:prSet presAssocID="{6D03C0E9-3569-41DF-8FA0-29307CDD9216}" presName="root" presStyleCnt="0">
        <dgm:presLayoutVars>
          <dgm:dir/>
          <dgm:resizeHandles val="exact"/>
        </dgm:presLayoutVars>
      </dgm:prSet>
      <dgm:spPr/>
    </dgm:pt>
    <dgm:pt modelId="{116429CD-8545-4BC7-928F-10F235E3892D}" type="pres">
      <dgm:prSet presAssocID="{CEF68ECE-B438-4905-B62D-F0949F3D2B77}" presName="compNode" presStyleCnt="0"/>
      <dgm:spPr/>
    </dgm:pt>
    <dgm:pt modelId="{29D82667-AE38-475E-8958-02A083CF3668}" type="pres">
      <dgm:prSet presAssocID="{CEF68ECE-B438-4905-B62D-F0949F3D2B77}" presName="bgRect" presStyleLbl="bgShp" presStyleIdx="0" presStyleCnt="3"/>
      <dgm:spPr/>
    </dgm:pt>
    <dgm:pt modelId="{3D1D2A80-92A6-4B0F-9AAE-EECCD34E5916}" type="pres">
      <dgm:prSet presAssocID="{CEF68ECE-B438-4905-B62D-F0949F3D2B7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6349D981-75D5-4D8A-A004-EC1BAF6A809A}" type="pres">
      <dgm:prSet presAssocID="{CEF68ECE-B438-4905-B62D-F0949F3D2B77}" presName="spaceRect" presStyleCnt="0"/>
      <dgm:spPr/>
    </dgm:pt>
    <dgm:pt modelId="{23D6CF03-0717-49A5-9744-64B427CF53E0}" type="pres">
      <dgm:prSet presAssocID="{CEF68ECE-B438-4905-B62D-F0949F3D2B77}" presName="parTx" presStyleLbl="revTx" presStyleIdx="0" presStyleCnt="4">
        <dgm:presLayoutVars>
          <dgm:chMax val="0"/>
          <dgm:chPref val="0"/>
        </dgm:presLayoutVars>
      </dgm:prSet>
      <dgm:spPr/>
    </dgm:pt>
    <dgm:pt modelId="{DEA414A3-87F4-4F31-997F-20D384249FE1}" type="pres">
      <dgm:prSet presAssocID="{2A5D1E74-10D7-4569-AC4D-77A2A153578F}" presName="sibTrans" presStyleCnt="0"/>
      <dgm:spPr/>
    </dgm:pt>
    <dgm:pt modelId="{C130B340-A980-47B0-9132-B7E7ED94F337}" type="pres">
      <dgm:prSet presAssocID="{F1F56CAE-83F8-4936-8A8F-C08BB7AC9455}" presName="compNode" presStyleCnt="0"/>
      <dgm:spPr/>
    </dgm:pt>
    <dgm:pt modelId="{6DF12ED2-E53D-4A08-855E-2E2B08BE1336}" type="pres">
      <dgm:prSet presAssocID="{F1F56CAE-83F8-4936-8A8F-C08BB7AC9455}" presName="bgRect" presStyleLbl="bgShp" presStyleIdx="1" presStyleCnt="3"/>
      <dgm:spPr/>
    </dgm:pt>
    <dgm:pt modelId="{E2EA23E1-4990-485D-BFDA-F33C7CA0F210}" type="pres">
      <dgm:prSet presAssocID="{F1F56CAE-83F8-4936-8A8F-C08BB7AC945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eble clef"/>
        </a:ext>
      </dgm:extLst>
    </dgm:pt>
    <dgm:pt modelId="{398AE827-4110-49BB-A7C4-DCC515B21210}" type="pres">
      <dgm:prSet presAssocID="{F1F56CAE-83F8-4936-8A8F-C08BB7AC9455}" presName="spaceRect" presStyleCnt="0"/>
      <dgm:spPr/>
    </dgm:pt>
    <dgm:pt modelId="{BFD2CB8E-F799-4A64-AFA7-FC48D507159A}" type="pres">
      <dgm:prSet presAssocID="{F1F56CAE-83F8-4936-8A8F-C08BB7AC9455}" presName="parTx" presStyleLbl="revTx" presStyleIdx="1" presStyleCnt="4">
        <dgm:presLayoutVars>
          <dgm:chMax val="0"/>
          <dgm:chPref val="0"/>
        </dgm:presLayoutVars>
      </dgm:prSet>
      <dgm:spPr/>
    </dgm:pt>
    <dgm:pt modelId="{49BC5AF6-A7A6-481C-9D3E-0688B06BFC58}" type="pres">
      <dgm:prSet presAssocID="{2BA5B15E-0301-465C-8C5B-7C28F7138576}" presName="sibTrans" presStyleCnt="0"/>
      <dgm:spPr/>
    </dgm:pt>
    <dgm:pt modelId="{2BDAD6D2-7F3B-4FCA-B2E7-D0548178C4F7}" type="pres">
      <dgm:prSet presAssocID="{F7DA1B17-3734-4D13-B6E2-73D427F27324}" presName="compNode" presStyleCnt="0"/>
      <dgm:spPr/>
    </dgm:pt>
    <dgm:pt modelId="{BBA7F680-E3D2-4AF8-81A0-45986F88D208}" type="pres">
      <dgm:prSet presAssocID="{F7DA1B17-3734-4D13-B6E2-73D427F27324}" presName="bgRect" presStyleLbl="bgShp" presStyleIdx="2" presStyleCnt="3"/>
      <dgm:spPr/>
    </dgm:pt>
    <dgm:pt modelId="{C1415561-FFA0-4A19-9386-F17391BA6399}" type="pres">
      <dgm:prSet presAssocID="{F7DA1B17-3734-4D13-B6E2-73D427F27324}" presName="iconRect" presStyleLbl="node1" presStyleIdx="2" presStyleCnt="3"/>
      <dgm:spPr/>
    </dgm:pt>
    <dgm:pt modelId="{49D9D977-F93F-4469-86CB-EAB5E355A803}" type="pres">
      <dgm:prSet presAssocID="{F7DA1B17-3734-4D13-B6E2-73D427F27324}" presName="spaceRect" presStyleCnt="0"/>
      <dgm:spPr/>
    </dgm:pt>
    <dgm:pt modelId="{9CBCF6BC-7CA6-4512-8384-BB433D8B6168}" type="pres">
      <dgm:prSet presAssocID="{F7DA1B17-3734-4D13-B6E2-73D427F27324}" presName="parTx" presStyleLbl="revTx" presStyleIdx="2" presStyleCnt="4">
        <dgm:presLayoutVars>
          <dgm:chMax val="0"/>
          <dgm:chPref val="0"/>
        </dgm:presLayoutVars>
      </dgm:prSet>
      <dgm:spPr/>
    </dgm:pt>
    <dgm:pt modelId="{344DD8F9-1405-484F-8526-D498345C625D}" type="pres">
      <dgm:prSet presAssocID="{F7DA1B17-3734-4D13-B6E2-73D427F27324}" presName="desTx" presStyleLbl="revTx" presStyleIdx="3" presStyleCnt="4">
        <dgm:presLayoutVars/>
      </dgm:prSet>
      <dgm:spPr/>
    </dgm:pt>
  </dgm:ptLst>
  <dgm:cxnLst>
    <dgm:cxn modelId="{78034700-0CC4-4983-BE53-12C94053B8EF}" type="presOf" srcId="{FFE782EC-FE29-4E6E-82CA-A954D0C31318}" destId="{344DD8F9-1405-484F-8526-D498345C625D}" srcOrd="0" destOrd="1" presId="urn:microsoft.com/office/officeart/2018/2/layout/IconVerticalSolidList"/>
    <dgm:cxn modelId="{AF3B282E-092F-4550-A5C0-73A796F8C958}" srcId="{F7DA1B17-3734-4D13-B6E2-73D427F27324}" destId="{1B095919-F394-4E56-9145-434340995040}" srcOrd="0" destOrd="0" parTransId="{90A7B3EE-67EB-4755-B70D-07EFFF66FD90}" sibTransId="{B448EC40-EE3D-4250-B07C-4D9BACC4F4B3}"/>
    <dgm:cxn modelId="{951FCC63-348A-42CF-AAFF-06154CF05FC9}" type="presOf" srcId="{6D03C0E9-3569-41DF-8FA0-29307CDD9216}" destId="{24D6DD68-A911-4F8B-9579-7A590C372255}" srcOrd="0" destOrd="0" presId="urn:microsoft.com/office/officeart/2018/2/layout/IconVerticalSolidList"/>
    <dgm:cxn modelId="{1C010F6C-88DA-4B88-8999-AA79BB3ED2D4}" srcId="{6D03C0E9-3569-41DF-8FA0-29307CDD9216}" destId="{F7DA1B17-3734-4D13-B6E2-73D427F27324}" srcOrd="2" destOrd="0" parTransId="{78C7B505-6276-4A02-9170-3611EF497B1B}" sibTransId="{4BA44F4D-0F8E-4FCF-A474-69960A5A7C8B}"/>
    <dgm:cxn modelId="{5519A78D-865C-4971-896D-990548C66ECB}" srcId="{6D03C0E9-3569-41DF-8FA0-29307CDD9216}" destId="{CEF68ECE-B438-4905-B62D-F0949F3D2B77}" srcOrd="0" destOrd="0" parTransId="{AE011580-E3DD-431E-8D1A-0A1602137748}" sibTransId="{2A5D1E74-10D7-4569-AC4D-77A2A153578F}"/>
    <dgm:cxn modelId="{283C07A7-B687-409F-BFE2-0CD1E493BC60}" srcId="{6D03C0E9-3569-41DF-8FA0-29307CDD9216}" destId="{F1F56CAE-83F8-4936-8A8F-C08BB7AC9455}" srcOrd="1" destOrd="0" parTransId="{17E3A50D-2441-4FE4-A766-F6F0E75868E0}" sibTransId="{2BA5B15E-0301-465C-8C5B-7C28F7138576}"/>
    <dgm:cxn modelId="{581C25B7-9C10-4109-9974-EC7DD11E03AD}" type="presOf" srcId="{CEF68ECE-B438-4905-B62D-F0949F3D2B77}" destId="{23D6CF03-0717-49A5-9744-64B427CF53E0}" srcOrd="0" destOrd="0" presId="urn:microsoft.com/office/officeart/2018/2/layout/IconVerticalSolidList"/>
    <dgm:cxn modelId="{0AEA91D1-AC3C-46DC-ACB6-AB021842B5F0}" type="presOf" srcId="{1B095919-F394-4E56-9145-434340995040}" destId="{344DD8F9-1405-484F-8526-D498345C625D}" srcOrd="0" destOrd="0" presId="urn:microsoft.com/office/officeart/2018/2/layout/IconVerticalSolidList"/>
    <dgm:cxn modelId="{E7CDC0EF-C39E-44B1-B4A4-B556D8493C36}" srcId="{F7DA1B17-3734-4D13-B6E2-73D427F27324}" destId="{FFE782EC-FE29-4E6E-82CA-A954D0C31318}" srcOrd="1" destOrd="0" parTransId="{A7633493-2A73-43F2-A782-98100A39E1EC}" sibTransId="{6C62B970-E35A-42D9-B4AE-D30CE2A7E967}"/>
    <dgm:cxn modelId="{3EDDDDF3-2EF2-4EF5-960A-7A4ECFED7CDB}" type="presOf" srcId="{F1F56CAE-83F8-4936-8A8F-C08BB7AC9455}" destId="{BFD2CB8E-F799-4A64-AFA7-FC48D507159A}" srcOrd="0" destOrd="0" presId="urn:microsoft.com/office/officeart/2018/2/layout/IconVerticalSolidList"/>
    <dgm:cxn modelId="{4A217AF5-222F-4874-B18F-C11178C5B2FD}" type="presOf" srcId="{F7DA1B17-3734-4D13-B6E2-73D427F27324}" destId="{9CBCF6BC-7CA6-4512-8384-BB433D8B6168}" srcOrd="0" destOrd="0" presId="urn:microsoft.com/office/officeart/2018/2/layout/IconVerticalSolidList"/>
    <dgm:cxn modelId="{16C62244-A3EB-4764-9127-3F5F0A22750B}" type="presParOf" srcId="{24D6DD68-A911-4F8B-9579-7A590C372255}" destId="{116429CD-8545-4BC7-928F-10F235E3892D}" srcOrd="0" destOrd="0" presId="urn:microsoft.com/office/officeart/2018/2/layout/IconVerticalSolidList"/>
    <dgm:cxn modelId="{0C10664F-4C5A-4782-AEBA-D856B8C14D68}" type="presParOf" srcId="{116429CD-8545-4BC7-928F-10F235E3892D}" destId="{29D82667-AE38-475E-8958-02A083CF3668}" srcOrd="0" destOrd="0" presId="urn:microsoft.com/office/officeart/2018/2/layout/IconVerticalSolidList"/>
    <dgm:cxn modelId="{39EE9362-272B-4212-BE65-254AAB46C00B}" type="presParOf" srcId="{116429CD-8545-4BC7-928F-10F235E3892D}" destId="{3D1D2A80-92A6-4B0F-9AAE-EECCD34E5916}" srcOrd="1" destOrd="0" presId="urn:microsoft.com/office/officeart/2018/2/layout/IconVerticalSolidList"/>
    <dgm:cxn modelId="{CB6C5F6C-DD0C-423A-86B7-B04685410183}" type="presParOf" srcId="{116429CD-8545-4BC7-928F-10F235E3892D}" destId="{6349D981-75D5-4D8A-A004-EC1BAF6A809A}" srcOrd="2" destOrd="0" presId="urn:microsoft.com/office/officeart/2018/2/layout/IconVerticalSolidList"/>
    <dgm:cxn modelId="{D9E24248-C11F-4711-9728-C0995F3DB5EE}" type="presParOf" srcId="{116429CD-8545-4BC7-928F-10F235E3892D}" destId="{23D6CF03-0717-49A5-9744-64B427CF53E0}" srcOrd="3" destOrd="0" presId="urn:microsoft.com/office/officeart/2018/2/layout/IconVerticalSolidList"/>
    <dgm:cxn modelId="{13F2415A-EB11-497F-A1DE-DAE7EEE7EB2B}" type="presParOf" srcId="{24D6DD68-A911-4F8B-9579-7A590C372255}" destId="{DEA414A3-87F4-4F31-997F-20D384249FE1}" srcOrd="1" destOrd="0" presId="urn:microsoft.com/office/officeart/2018/2/layout/IconVerticalSolidList"/>
    <dgm:cxn modelId="{A2FA0DBA-491F-4B85-ADE3-7C49034CC748}" type="presParOf" srcId="{24D6DD68-A911-4F8B-9579-7A590C372255}" destId="{C130B340-A980-47B0-9132-B7E7ED94F337}" srcOrd="2" destOrd="0" presId="urn:microsoft.com/office/officeart/2018/2/layout/IconVerticalSolidList"/>
    <dgm:cxn modelId="{5ACE60F2-1600-4CB9-AFBA-FF6E05641739}" type="presParOf" srcId="{C130B340-A980-47B0-9132-B7E7ED94F337}" destId="{6DF12ED2-E53D-4A08-855E-2E2B08BE1336}" srcOrd="0" destOrd="0" presId="urn:microsoft.com/office/officeart/2018/2/layout/IconVerticalSolidList"/>
    <dgm:cxn modelId="{EAF43960-92F0-42A6-804B-210BA5A48C06}" type="presParOf" srcId="{C130B340-A980-47B0-9132-B7E7ED94F337}" destId="{E2EA23E1-4990-485D-BFDA-F33C7CA0F210}" srcOrd="1" destOrd="0" presId="urn:microsoft.com/office/officeart/2018/2/layout/IconVerticalSolidList"/>
    <dgm:cxn modelId="{1F7663E3-F350-412F-B13B-E564605FC24A}" type="presParOf" srcId="{C130B340-A980-47B0-9132-B7E7ED94F337}" destId="{398AE827-4110-49BB-A7C4-DCC515B21210}" srcOrd="2" destOrd="0" presId="urn:microsoft.com/office/officeart/2018/2/layout/IconVerticalSolidList"/>
    <dgm:cxn modelId="{430368FB-BEB6-4263-BB9E-03C441BAC4D3}" type="presParOf" srcId="{C130B340-A980-47B0-9132-B7E7ED94F337}" destId="{BFD2CB8E-F799-4A64-AFA7-FC48D507159A}" srcOrd="3" destOrd="0" presId="urn:microsoft.com/office/officeart/2018/2/layout/IconVerticalSolidList"/>
    <dgm:cxn modelId="{380085D2-0F5B-4ADD-A597-1E392D4D7586}" type="presParOf" srcId="{24D6DD68-A911-4F8B-9579-7A590C372255}" destId="{49BC5AF6-A7A6-481C-9D3E-0688B06BFC58}" srcOrd="3" destOrd="0" presId="urn:microsoft.com/office/officeart/2018/2/layout/IconVerticalSolidList"/>
    <dgm:cxn modelId="{AD9DAAA0-7B21-4FDF-A597-4EAFD1EEA7CD}" type="presParOf" srcId="{24D6DD68-A911-4F8B-9579-7A590C372255}" destId="{2BDAD6D2-7F3B-4FCA-B2E7-D0548178C4F7}" srcOrd="4" destOrd="0" presId="urn:microsoft.com/office/officeart/2018/2/layout/IconVerticalSolidList"/>
    <dgm:cxn modelId="{CC678AB0-C9F1-43F9-B0DD-6C069C3D7028}" type="presParOf" srcId="{2BDAD6D2-7F3B-4FCA-B2E7-D0548178C4F7}" destId="{BBA7F680-E3D2-4AF8-81A0-45986F88D208}" srcOrd="0" destOrd="0" presId="urn:microsoft.com/office/officeart/2018/2/layout/IconVerticalSolidList"/>
    <dgm:cxn modelId="{63A47BD3-3C71-4D45-9BF6-80A8B534A4EF}" type="presParOf" srcId="{2BDAD6D2-7F3B-4FCA-B2E7-D0548178C4F7}" destId="{C1415561-FFA0-4A19-9386-F17391BA6399}" srcOrd="1" destOrd="0" presId="urn:microsoft.com/office/officeart/2018/2/layout/IconVerticalSolidList"/>
    <dgm:cxn modelId="{806274F6-F97C-4D42-B1DE-E868A2468C06}" type="presParOf" srcId="{2BDAD6D2-7F3B-4FCA-B2E7-D0548178C4F7}" destId="{49D9D977-F93F-4469-86CB-EAB5E355A803}" srcOrd="2" destOrd="0" presId="urn:microsoft.com/office/officeart/2018/2/layout/IconVerticalSolidList"/>
    <dgm:cxn modelId="{E18117B3-6255-45FB-9078-3AC20A0A39CF}" type="presParOf" srcId="{2BDAD6D2-7F3B-4FCA-B2E7-D0548178C4F7}" destId="{9CBCF6BC-7CA6-4512-8384-BB433D8B6168}" srcOrd="3" destOrd="0" presId="urn:microsoft.com/office/officeart/2018/2/layout/IconVerticalSolidList"/>
    <dgm:cxn modelId="{397CC1E1-B4DF-475D-B92B-00D1EE30D5BB}" type="presParOf" srcId="{2BDAD6D2-7F3B-4FCA-B2E7-D0548178C4F7}" destId="{344DD8F9-1405-484F-8526-D498345C625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82667-AE38-475E-8958-02A083CF3668}">
      <dsp:nvSpPr>
        <dsp:cNvPr id="0" name=""/>
        <dsp:cNvSpPr/>
      </dsp:nvSpPr>
      <dsp:spPr>
        <a:xfrm>
          <a:off x="0" y="493"/>
          <a:ext cx="10906580" cy="1155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1D2A80-92A6-4B0F-9AAE-EECCD34E5916}">
      <dsp:nvSpPr>
        <dsp:cNvPr id="0" name=""/>
        <dsp:cNvSpPr/>
      </dsp:nvSpPr>
      <dsp:spPr>
        <a:xfrm>
          <a:off x="349665" y="260575"/>
          <a:ext cx="635755" cy="6357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D6CF03-0717-49A5-9744-64B427CF53E0}">
      <dsp:nvSpPr>
        <dsp:cNvPr id="0" name=""/>
        <dsp:cNvSpPr/>
      </dsp:nvSpPr>
      <dsp:spPr>
        <a:xfrm>
          <a:off x="1335086" y="493"/>
          <a:ext cx="9571493" cy="1155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35" tIns="122335" rIns="122335" bIns="12233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Started with testing navigation for the low-fidelity prototype</a:t>
          </a:r>
          <a:endParaRPr lang="en-US" sz="2200" kern="1200"/>
        </a:p>
      </dsp:txBody>
      <dsp:txXfrm>
        <a:off x="1335086" y="493"/>
        <a:ext cx="9571493" cy="1155919"/>
      </dsp:txXfrm>
    </dsp:sp>
    <dsp:sp modelId="{6DF12ED2-E53D-4A08-855E-2E2B08BE1336}">
      <dsp:nvSpPr>
        <dsp:cNvPr id="0" name=""/>
        <dsp:cNvSpPr/>
      </dsp:nvSpPr>
      <dsp:spPr>
        <a:xfrm>
          <a:off x="0" y="1445393"/>
          <a:ext cx="10906580" cy="1155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EA23E1-4990-485D-BFDA-F33C7CA0F210}">
      <dsp:nvSpPr>
        <dsp:cNvPr id="0" name=""/>
        <dsp:cNvSpPr/>
      </dsp:nvSpPr>
      <dsp:spPr>
        <a:xfrm>
          <a:off x="349665" y="1705475"/>
          <a:ext cx="635755" cy="6357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D2CB8E-F799-4A64-AFA7-FC48D507159A}">
      <dsp:nvSpPr>
        <dsp:cNvPr id="0" name=""/>
        <dsp:cNvSpPr/>
      </dsp:nvSpPr>
      <dsp:spPr>
        <a:xfrm>
          <a:off x="1335086" y="1445393"/>
          <a:ext cx="9571493" cy="1155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35" tIns="122335" rIns="122335" bIns="12233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>
              <a:latin typeface="Century Gothic" panose="020B0502020202020204"/>
            </a:rPr>
            <a:t>From</a:t>
          </a:r>
          <a:r>
            <a:rPr lang="en-US" sz="2200" b="0" i="0" kern="1200"/>
            <a:t> the medium-fidelity prototype and so forth, tested ability to make a song</a:t>
          </a:r>
          <a:endParaRPr lang="en-US" sz="2200" kern="1200"/>
        </a:p>
      </dsp:txBody>
      <dsp:txXfrm>
        <a:off x="1335086" y="1445393"/>
        <a:ext cx="9571493" cy="1155919"/>
      </dsp:txXfrm>
    </dsp:sp>
    <dsp:sp modelId="{BBA7F680-E3D2-4AF8-81A0-45986F88D208}">
      <dsp:nvSpPr>
        <dsp:cNvPr id="0" name=""/>
        <dsp:cNvSpPr/>
      </dsp:nvSpPr>
      <dsp:spPr>
        <a:xfrm>
          <a:off x="0" y="2890292"/>
          <a:ext cx="10906580" cy="1155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415561-FFA0-4A19-9386-F17391BA6399}">
      <dsp:nvSpPr>
        <dsp:cNvPr id="0" name=""/>
        <dsp:cNvSpPr/>
      </dsp:nvSpPr>
      <dsp:spPr>
        <a:xfrm>
          <a:off x="349665" y="3150374"/>
          <a:ext cx="635755" cy="63575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CF6BC-7CA6-4512-8384-BB433D8B6168}">
      <dsp:nvSpPr>
        <dsp:cNvPr id="0" name=""/>
        <dsp:cNvSpPr/>
      </dsp:nvSpPr>
      <dsp:spPr>
        <a:xfrm>
          <a:off x="1335086" y="2890292"/>
          <a:ext cx="4907961" cy="1155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35" tIns="122335" rIns="122335" bIns="122335" numCol="1" spcCol="127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latin typeface="Century Gothic" panose="020B0502020202020204"/>
            </a:rPr>
            <a:t>Results:</a:t>
          </a:r>
          <a:r>
            <a:rPr lang="en-US" sz="2200" kern="1200">
              <a:latin typeface="Century Gothic" panose="020B0502020202020204"/>
            </a:rPr>
            <a:t> Generally, users were able to navigate the web application</a:t>
          </a:r>
        </a:p>
      </dsp:txBody>
      <dsp:txXfrm>
        <a:off x="1335086" y="2890292"/>
        <a:ext cx="4907961" cy="1155919"/>
      </dsp:txXfrm>
    </dsp:sp>
    <dsp:sp modelId="{344DD8F9-1405-484F-8526-D498345C625D}">
      <dsp:nvSpPr>
        <dsp:cNvPr id="0" name=""/>
        <dsp:cNvSpPr/>
      </dsp:nvSpPr>
      <dsp:spPr>
        <a:xfrm>
          <a:off x="6243047" y="2890292"/>
          <a:ext cx="4663532" cy="1155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35" tIns="122335" rIns="122335" bIns="122335" numCol="1" spcCol="1270" anchor="ctr" anchorCtr="0">
          <a:noAutofit/>
        </a:bodyPr>
        <a:lstStyle/>
        <a:p>
          <a:pPr marL="0" lvl="0" indent="0" algn="l" defTabSz="5778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latin typeface="Century Gothic" panose="020B0502020202020204"/>
            </a:rPr>
            <a:t>Users fine with UI (</a:t>
          </a:r>
          <a:r>
            <a:rPr lang="en-US" sz="1300" kern="1200" err="1">
              <a:latin typeface="Century Gothic" panose="020B0502020202020204"/>
            </a:rPr>
            <a:t>ish</a:t>
          </a:r>
          <a:r>
            <a:rPr lang="en-US" sz="1300" kern="1200">
              <a:latin typeface="Century Gothic" panose="020B0502020202020204"/>
            </a:rPr>
            <a:t>)</a:t>
          </a:r>
          <a:endParaRPr lang="en-US" sz="1300" kern="1200"/>
        </a:p>
        <a:p>
          <a:pPr marL="0" lvl="0" indent="0" algn="l" defTabSz="5778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latin typeface="Century Gothic" panose="020B0502020202020204"/>
            </a:rPr>
            <a:t>Mostly wanted additional features to Overlay/Studio or existing features made more obvious</a:t>
          </a:r>
        </a:p>
      </dsp:txBody>
      <dsp:txXfrm>
        <a:off x="6243047" y="2890292"/>
        <a:ext cx="4663532" cy="1155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85B6D1-60BE-4C1F-8558-C45F37C82454}" type="datetimeFigureOut"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80112-8169-42B9-8092-90228ED732B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Greg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80112-8169-42B9-8092-90228ED732BE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47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Greg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80112-8169-42B9-8092-90228ED732BE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49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Greg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80112-8169-42B9-8092-90228ED732BE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89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Henny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80112-8169-42B9-8092-90228ED732BE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82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Henny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80112-8169-42B9-8092-90228ED732BE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51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9C0CC-D51B-6980-68FE-A905B7650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54179-44E4-11F5-580B-1990AC18D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8DB24-C62D-25DB-9779-FDC45402E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Henny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D226A-B1E9-F7D9-E013-8AF295499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80112-8169-42B9-8092-90228ED732BE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59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Allan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80112-8169-42B9-8092-90228ED732BE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36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Allan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80112-8169-42B9-8092-90228ED732BE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57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Allan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80112-8169-42B9-8092-90228ED732BE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65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Laurelle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80112-8169-42B9-8092-90228ED732BE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4653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Laurelle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80112-8169-42B9-8092-90228ED732BE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10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77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738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67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15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70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95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99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75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18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964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16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50648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6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00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60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10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911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743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D30AE5-6981-255B-2C8D-487609C4DE3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8523" r="14773" b="62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S8: Final Presentation for</a:t>
            </a:r>
            <a:br>
              <a:rPr lang="en-US" sz="5400"/>
            </a:br>
            <a:r>
              <a:rPr lang="en-US" sz="5400"/>
              <a:t>Glowworm Music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958808"/>
            <a:ext cx="8825658" cy="955889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r>
              <a:rPr lang="en-US" sz="2800"/>
              <a:t>Team Glowworm </a:t>
            </a:r>
            <a:r>
              <a:rPr lang="en-US" sz="2800">
                <a:latin typeface="Segoe UI"/>
                <a:cs typeface="Segoe UI"/>
              </a:rPr>
              <a:t>🐛</a:t>
            </a:r>
          </a:p>
          <a:p>
            <a:r>
              <a:rPr lang="en-US" sz="2800">
                <a:latin typeface="Segoe UI"/>
                <a:cs typeface="Segoe UI"/>
              </a:rPr>
              <a:t>Allan Hernandez, </a:t>
            </a:r>
            <a:r>
              <a:rPr lang="en-US" sz="2800" err="1">
                <a:latin typeface="Segoe UI"/>
                <a:cs typeface="Segoe UI"/>
              </a:rPr>
              <a:t>Hennysa</a:t>
            </a:r>
            <a:r>
              <a:rPr lang="en-US" sz="2800">
                <a:latin typeface="Segoe UI"/>
                <a:cs typeface="Segoe UI"/>
              </a:rPr>
              <a:t> Omoregie, Laurelle </a:t>
            </a:r>
            <a:r>
              <a:rPr lang="en-US" sz="2800" err="1">
                <a:latin typeface="Segoe UI"/>
                <a:cs typeface="Segoe UI"/>
              </a:rPr>
              <a:t>Sekpe</a:t>
            </a:r>
            <a:r>
              <a:rPr lang="en-US" sz="2800">
                <a:latin typeface="Segoe UI"/>
                <a:cs typeface="Segoe UI"/>
              </a:rPr>
              <a:t>, Gregory Treinen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F52AD-7DE9-58EC-F162-28E38E964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What product did you develop and why?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06E30-9D7C-73BE-B11D-7F90FB693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Interactive PWA that transforms keyboard input into playable digital instruments, score‑writing, and multi‑track song or “band” performances via overlay process</a:t>
            </a:r>
          </a:p>
          <a:p>
            <a:r>
              <a:rPr lang="en-US">
                <a:latin typeface="Century Gothic"/>
                <a:cs typeface="Times New Roman"/>
              </a:rPr>
              <a:t>Why? Wanted to make a PWA that improved upon existing music applications that had similar functionality </a:t>
            </a:r>
          </a:p>
        </p:txBody>
      </p:sp>
    </p:spTree>
    <p:extLst>
      <p:ext uri="{BB962C8B-B14F-4D97-AF65-F5344CB8AC3E}">
        <p14:creationId xmlns:p14="http://schemas.microsoft.com/office/powerpoint/2010/main" val="1238381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20A7-FBA9-1541-D8DC-2AF50C097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2DC97-AF39-2895-10FA-54ED02820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Who is your product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E615D-2298-F6AF-B7D4-1A04E3095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Musicians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and/or creators who want an intuitive and customizable way to compose and perform music that can be shared</a:t>
            </a:r>
          </a:p>
          <a:p>
            <a:r>
              <a:rPr lang="en-US">
                <a:solidFill>
                  <a:srgbClr val="FFFFFF"/>
                </a:solidFill>
                <a:latin typeface="Century Gothic"/>
                <a:cs typeface="Times New Roman"/>
              </a:rPr>
              <a:t>General users who have limited traditional musical knowledge that want an easy way to create music with easily accessible instruments</a:t>
            </a:r>
          </a:p>
        </p:txBody>
      </p:sp>
    </p:spTree>
    <p:extLst>
      <p:ext uri="{BB962C8B-B14F-4D97-AF65-F5344CB8AC3E}">
        <p14:creationId xmlns:p14="http://schemas.microsoft.com/office/powerpoint/2010/main" val="120164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6991B6-CF7C-304A-6176-DEC71734F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6867-885E-D844-4844-28502B947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649" y="629266"/>
            <a:ext cx="5343203" cy="1641986"/>
          </a:xfrm>
        </p:spPr>
        <p:txBody>
          <a:bodyPr>
            <a:noAutofit/>
          </a:bodyPr>
          <a:lstStyle/>
          <a:p>
            <a:r>
              <a:rPr lang="en-US" sz="3200">
                <a:ea typeface="+mj-lt"/>
                <a:cs typeface="+mj-lt"/>
              </a:rPr>
              <a:t>What did your design process look like?</a:t>
            </a:r>
            <a:endParaRPr lang="en-US" sz="3200"/>
          </a:p>
        </p:txBody>
      </p:sp>
      <p:pic>
        <p:nvPicPr>
          <p:cNvPr id="11" name="Picture 10" descr="People at the meeting desk">
            <a:extLst>
              <a:ext uri="{FF2B5EF4-FFF2-40B4-BE49-F238E27FC236}">
                <a16:creationId xmlns:a16="http://schemas.microsoft.com/office/drawing/2014/main" id="{5F92E676-4F4B-38A9-1D36-1B79F1DB1D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848" r="38860" b="-2"/>
          <a:stretch>
            <a:fillRect/>
          </a:stretch>
        </p:blipFill>
        <p:spPr>
          <a:xfrm>
            <a:off x="-1" y="10"/>
            <a:ext cx="4058949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D558F-83E9-39E8-D0AD-98C9A4957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649" y="2034310"/>
            <a:ext cx="6705568" cy="421408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ea typeface="+mn-lt"/>
                <a:cs typeface="+mn-lt"/>
              </a:rPr>
              <a:t>General PWA idea and wireframe </a:t>
            </a:r>
            <a:r>
              <a:rPr lang="en-US">
                <a:ea typeface="+mj-lt"/>
                <a:cs typeface="+mj-lt"/>
              </a:rPr>
              <a:t>➔</a:t>
            </a:r>
            <a:r>
              <a:rPr lang="en-US">
                <a:ea typeface="+mn-lt"/>
                <a:cs typeface="+mn-lt"/>
              </a:rPr>
              <a:t> Improve upon based on design method results </a:t>
            </a:r>
            <a:r>
              <a:rPr lang="en-US">
                <a:ea typeface="+mj-lt"/>
                <a:cs typeface="+mj-lt"/>
              </a:rPr>
              <a:t>➔</a:t>
            </a:r>
            <a:r>
              <a:rPr lang="en-US">
                <a:ea typeface="+mn-lt"/>
                <a:cs typeface="+mn-lt"/>
              </a:rPr>
              <a:t> Test </a:t>
            </a:r>
            <a:r>
              <a:rPr lang="en-US">
                <a:ea typeface="+mj-lt"/>
                <a:cs typeface="+mj-lt"/>
              </a:rPr>
              <a:t>➔</a:t>
            </a:r>
            <a:r>
              <a:rPr lang="en-US">
                <a:ea typeface="+mn-lt"/>
                <a:cs typeface="+mn-lt"/>
              </a:rPr>
              <a:t> Add/ change functionalities based on test results </a:t>
            </a:r>
            <a:r>
              <a:rPr lang="en-US">
                <a:ea typeface="+mj-lt"/>
                <a:cs typeface="+mj-lt"/>
              </a:rPr>
              <a:t>➔</a:t>
            </a:r>
            <a:r>
              <a:rPr lang="en-US">
                <a:ea typeface="+mn-lt"/>
                <a:cs typeface="+mn-lt"/>
              </a:rPr>
              <a:t> iterate testing</a:t>
            </a:r>
          </a:p>
          <a:p>
            <a:endParaRPr lang="en-US">
              <a:ea typeface="+mj-lt"/>
              <a:cs typeface="+mj-lt"/>
            </a:endParaRPr>
          </a:p>
          <a:p>
            <a:r>
              <a:rPr lang="en-US">
                <a:ea typeface="+mj-lt"/>
                <a:cs typeface="+mj-lt"/>
              </a:rPr>
              <a:t>Mode 1.12 Initial Opportunity Map</a:t>
            </a:r>
          </a:p>
          <a:p>
            <a:r>
              <a:rPr lang="en-US">
                <a:ea typeface="+mj-lt"/>
                <a:cs typeface="+mj-lt"/>
              </a:rPr>
              <a:t>Mode 2.10 Industry Diagnostics</a:t>
            </a:r>
          </a:p>
          <a:p>
            <a:r>
              <a:rPr lang="en-US">
                <a:ea typeface="+mj-lt"/>
                <a:cs typeface="+mj-lt"/>
              </a:rPr>
              <a:t>Mode 2.13 Interest Groups Discussion</a:t>
            </a:r>
          </a:p>
          <a:p>
            <a:r>
              <a:rPr lang="en-US">
                <a:ea typeface="+mj-lt"/>
                <a:cs typeface="+mj-lt"/>
              </a:rPr>
              <a:t>Mode 4.20 Results</a:t>
            </a:r>
          </a:p>
          <a:p>
            <a:r>
              <a:rPr lang="en-US">
                <a:ea typeface="+mj-lt"/>
                <a:cs typeface="+mj-lt"/>
              </a:rPr>
              <a:t>Mode 5.6 Concept-Generating Matrix</a:t>
            </a:r>
          </a:p>
          <a:p>
            <a:r>
              <a:rPr lang="en-US">
                <a:ea typeface="+mj-lt"/>
                <a:cs typeface="+mj-lt"/>
              </a:rPr>
              <a:t>Mode 6.6 Solution Diagramming</a:t>
            </a:r>
          </a:p>
          <a:p>
            <a:r>
              <a:rPr lang="en-US">
                <a:ea typeface="+mj-lt"/>
                <a:cs typeface="+mj-lt"/>
              </a:rPr>
              <a:t>Mode 7.2 Platform Plan 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13614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8EFC9-5BC4-89F9-EBE3-9116E5ADB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5C885-0D70-70AB-88C6-A2510E4DE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How did your design change over the length of the project? 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3B615-00DF-53E7-9DB3-2A72CAFD6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Core functions of the design stayed the same</a:t>
            </a:r>
          </a:p>
          <a:p>
            <a:r>
              <a:rPr lang="en-US">
                <a:solidFill>
                  <a:srgbClr val="FFFFFF"/>
                </a:solidFill>
                <a:latin typeface="Century Gothic"/>
                <a:cs typeface="Times New Roman"/>
              </a:rPr>
              <a:t>Mostly UI changes based on personal preference and testing feedback + new minor functionalities added, e.g.:</a:t>
            </a:r>
          </a:p>
          <a:p>
            <a:pPr lvl="1">
              <a:buFont typeface="Courier New" charset="2"/>
              <a:buChar char="o"/>
            </a:pPr>
            <a:r>
              <a:rPr lang="en-US">
                <a:solidFill>
                  <a:srgbClr val="FFFFFF"/>
                </a:solidFill>
                <a:latin typeface="Century Gothic"/>
                <a:cs typeface="Times New Roman"/>
              </a:rPr>
              <a:t>Metronome</a:t>
            </a:r>
          </a:p>
          <a:p>
            <a:pPr lvl="1">
              <a:buFont typeface="Courier New" charset="2"/>
              <a:buChar char="o"/>
            </a:pPr>
            <a:r>
              <a:rPr lang="en-US">
                <a:solidFill>
                  <a:srgbClr val="FFFFFF"/>
                </a:solidFill>
                <a:latin typeface="Century Gothic"/>
                <a:cs typeface="Times New Roman"/>
              </a:rPr>
              <a:t>Change key bindings</a:t>
            </a:r>
          </a:p>
          <a:p>
            <a:pPr lvl="1">
              <a:buFont typeface="Courier New" charset="2"/>
              <a:buChar char="o"/>
            </a:pPr>
            <a:r>
              <a:rPr lang="en-US">
                <a:solidFill>
                  <a:srgbClr val="FFFFFF"/>
                </a:solidFill>
                <a:latin typeface="Century Gothic"/>
                <a:cs typeface="Times New Roman"/>
              </a:rPr>
              <a:t>Keyboard tooltips</a:t>
            </a:r>
          </a:p>
          <a:p>
            <a:pPr lvl="1">
              <a:buFont typeface="Courier New" charset="2"/>
              <a:buChar char="o"/>
            </a:pPr>
            <a:r>
              <a:rPr lang="en-US">
                <a:solidFill>
                  <a:srgbClr val="FFFFFF"/>
                </a:solidFill>
                <a:latin typeface="Century Gothic"/>
                <a:cs typeface="Times New Roman"/>
              </a:rPr>
              <a:t>More control with overlaying</a:t>
            </a:r>
          </a:p>
        </p:txBody>
      </p:sp>
    </p:spTree>
    <p:extLst>
      <p:ext uri="{BB962C8B-B14F-4D97-AF65-F5344CB8AC3E}">
        <p14:creationId xmlns:p14="http://schemas.microsoft.com/office/powerpoint/2010/main" val="1034589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C2D866-980A-2EA8-A37A-99B4827C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D368506-241B-7768-49F2-8D45D11F4D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8853" y="643467"/>
            <a:ext cx="7874294" cy="5571066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96474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EC123-E537-FFEC-A182-7B47F5725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497A6-39F2-EFB0-0050-A4C2325CA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How did you test your design and what were the results of the test? 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0E77E05-EAEF-FD21-1530-7ED1D545E1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158457"/>
              </p:ext>
            </p:extLst>
          </p:nvPr>
        </p:nvGraphicFramePr>
        <p:xfrm>
          <a:off x="646111" y="2237362"/>
          <a:ext cx="10906580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01751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87B2F-6603-5D50-2445-0B34DC6E9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72085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>
                <a:solidFill>
                  <a:schemeClr val="tx1"/>
                </a:solidFill>
              </a:rPr>
              <a:t>General Testing A</a:t>
            </a: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2FDE222-B529-69F3-E084-5AF022571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21168"/>
            <a:ext cx="5336420" cy="48945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 b="1">
                <a:ea typeface="+mn-lt"/>
                <a:cs typeface="+mn-lt"/>
              </a:rPr>
              <a:t>Hypothesis: </a:t>
            </a:r>
            <a:r>
              <a:rPr lang="en-US" sz="2200">
                <a:ea typeface="+mn-lt"/>
                <a:cs typeface="+mn-lt"/>
              </a:rPr>
              <a:t>We believe that users will be able to navigate the prototype to "create" music.</a:t>
            </a:r>
          </a:p>
          <a:p>
            <a:r>
              <a:rPr lang="en-US" sz="2200" b="1">
                <a:ea typeface="+mn-lt"/>
                <a:cs typeface="+mn-lt"/>
              </a:rPr>
              <a:t>Testing procedure:</a:t>
            </a:r>
            <a:r>
              <a:rPr lang="en-US" sz="2200">
                <a:ea typeface="+mn-lt"/>
                <a:cs typeface="+mn-lt"/>
              </a:rPr>
              <a:t> To verify, we will ask users questions where they are required to interact with and navigate through the low-fidelity prototype.</a:t>
            </a:r>
          </a:p>
          <a:p>
            <a:r>
              <a:rPr lang="en-US" sz="2200" b="1">
                <a:ea typeface="+mn-lt"/>
                <a:cs typeface="+mn-lt"/>
              </a:rPr>
              <a:t>Metric: </a:t>
            </a:r>
            <a:r>
              <a:rPr lang="en-US" sz="2200">
                <a:ea typeface="+mn-lt"/>
                <a:cs typeface="+mn-lt"/>
              </a:rPr>
              <a:t>We measure the accuracy of how the user interacts with the prototype when prompted in comparison to how the user was intended to interact.</a:t>
            </a:r>
            <a:endParaRPr lang="en-US" sz="2200"/>
          </a:p>
        </p:txBody>
      </p:sp>
      <p:pic>
        <p:nvPicPr>
          <p:cNvPr id="3" name="Picture 2" descr="A screenshot of a green screen&#10;&#10;AI-generated content may be incorrect.">
            <a:extLst>
              <a:ext uri="{FF2B5EF4-FFF2-40B4-BE49-F238E27FC236}">
                <a16:creationId xmlns:a16="http://schemas.microsoft.com/office/drawing/2014/main" id="{C9EC4834-E558-A93C-A5C5-5900C1759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3" y="40"/>
            <a:ext cx="6206102" cy="68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37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850C3-B505-7A9F-485D-9A887878B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0815E-868F-395D-4CAB-FEF589917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72085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>
                <a:solidFill>
                  <a:schemeClr val="tx1"/>
                </a:solidFill>
              </a:rPr>
              <a:t>General </a:t>
            </a: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Testing</a:t>
            </a:r>
            <a:r>
              <a:rPr lang="en-US">
                <a:solidFill>
                  <a:schemeClr val="tx1"/>
                </a:solidFill>
              </a:rPr>
              <a:t> B</a:t>
            </a: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B4D59B0-EDAE-3741-C037-24C1B04F8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3" y="1721168"/>
            <a:ext cx="5292877" cy="48945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 b="1">
                <a:ea typeface="+mn-lt"/>
                <a:cs typeface="+mn-lt"/>
              </a:rPr>
              <a:t>Hypothesis: </a:t>
            </a:r>
            <a:r>
              <a:rPr lang="en-US" sz="2200">
                <a:ea typeface="+mn-lt"/>
                <a:cs typeface="+mn-lt"/>
              </a:rPr>
              <a:t>We believe that users will have an easy/enjoyable time creating music on our application</a:t>
            </a:r>
          </a:p>
          <a:p>
            <a:r>
              <a:rPr lang="en-US" sz="2200" b="1">
                <a:ea typeface="+mn-lt"/>
                <a:cs typeface="+mn-lt"/>
              </a:rPr>
              <a:t>Testing procedure:</a:t>
            </a:r>
            <a:r>
              <a:rPr lang="en-US" sz="2200">
                <a:ea typeface="+mn-lt"/>
                <a:cs typeface="+mn-lt"/>
              </a:rPr>
              <a:t> To verify, we will ask users to create a song using all the web application's features w/ deadline of up to 3-5 days.</a:t>
            </a:r>
          </a:p>
          <a:p>
            <a:r>
              <a:rPr lang="en-US" sz="2200" b="1">
                <a:ea typeface="+mn-lt"/>
                <a:cs typeface="+mn-lt"/>
              </a:rPr>
              <a:t>Metric: </a:t>
            </a:r>
            <a:r>
              <a:rPr lang="en-US" sz="2200">
                <a:ea typeface="+mn-lt"/>
                <a:cs typeface="+mn-lt"/>
              </a:rPr>
              <a:t>We measure the general response and % of users that say creating music with our app was easy to do and fun to use.</a:t>
            </a:r>
            <a:endParaRPr lang="en-US" sz="2200"/>
          </a:p>
        </p:txBody>
      </p:sp>
      <p:pic>
        <p:nvPicPr>
          <p:cNvPr id="4" name="Picture 3" descr="A screenshot of a test&#10;&#10;AI-generated content may be incorrect.">
            <a:extLst>
              <a:ext uri="{FF2B5EF4-FFF2-40B4-BE49-F238E27FC236}">
                <a16:creationId xmlns:a16="http://schemas.microsoft.com/office/drawing/2014/main" id="{162914C2-3272-EA76-CFB3-95417D212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452" y="680"/>
            <a:ext cx="5745765" cy="687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325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F0BC7-B287-DF4E-9738-61E528966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D1200-FAA2-2824-EA02-40280BA46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>
                <a:ea typeface="+mj-lt"/>
                <a:cs typeface="+mj-lt"/>
              </a:rPr>
              <a:t>What are you most proud of from your project?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424C8-92CC-EBBD-FC8E-E7E74279A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Great teamwork</a:t>
            </a:r>
          </a:p>
          <a:p>
            <a:r>
              <a:rPr lang="en-US">
                <a:solidFill>
                  <a:srgbClr val="FFFFFF"/>
                </a:solidFill>
                <a:latin typeface="Century Gothic"/>
                <a:cs typeface="Times New Roman"/>
              </a:rPr>
              <a:t>Intuitive design, lots of instruments, unique score </a:t>
            </a:r>
            <a:r>
              <a:rPr lang="en-US" err="1">
                <a:solidFill>
                  <a:srgbClr val="FFFFFF"/>
                </a:solidFill>
                <a:latin typeface="Century Gothic"/>
                <a:cs typeface="Times New Roman"/>
              </a:rPr>
              <a:t>fea</a:t>
            </a:r>
            <a:r>
              <a:rPr lang="en-US">
                <a:solidFill>
                  <a:srgbClr val="FFFFFF"/>
                </a:solidFill>
                <a:latin typeface="Century Gothic"/>
                <a:cs typeface="Times New Roman"/>
              </a:rPr>
              <a:t>ture</a:t>
            </a:r>
          </a:p>
          <a:p>
            <a:r>
              <a:rPr lang="en-US">
                <a:solidFill>
                  <a:srgbClr val="FFFFFF"/>
                </a:solidFill>
                <a:latin typeface="Century Gothic"/>
                <a:cs typeface="Times New Roman"/>
              </a:rPr>
              <a:t>Overlay and edit feature</a:t>
            </a:r>
          </a:p>
          <a:p>
            <a:r>
              <a:rPr lang="en-US">
                <a:solidFill>
                  <a:srgbClr val="FFFFFF"/>
                </a:solidFill>
                <a:latin typeface="Century Gothic"/>
                <a:cs typeface="Times New Roman"/>
              </a:rPr>
              <a:t>Adaptability with feedback from tests</a:t>
            </a:r>
          </a:p>
        </p:txBody>
      </p:sp>
    </p:spTree>
    <p:extLst>
      <p:ext uri="{BB962C8B-B14F-4D97-AF65-F5344CB8AC3E}">
        <p14:creationId xmlns:p14="http://schemas.microsoft.com/office/powerpoint/2010/main" val="833628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B74CA-0318-4B45-154B-FE600C1F7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FC9A0-8BDD-CD51-72BC-58FE17F6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>
                <a:ea typeface="+mj-lt"/>
                <a:cs typeface="+mj-lt"/>
              </a:rPr>
              <a:t>What would you change about the product if you were given infinite money and time to bring it to market?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72F13-8FD5-9D61-F29F-20461F133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Ability to livestream music playing and have collaborators working together in real time</a:t>
            </a:r>
          </a:p>
          <a:p>
            <a:r>
              <a:rPr lang="en-US">
                <a:solidFill>
                  <a:srgbClr val="FFFFFF"/>
                </a:solidFill>
                <a:latin typeface="Century Gothic"/>
                <a:cs typeface="Times New Roman"/>
              </a:rPr>
              <a:t>Add more editing features in Overlay similar to paid digital audio workstations (GarageBand, Ableton Live, etc.)</a:t>
            </a:r>
          </a:p>
        </p:txBody>
      </p:sp>
    </p:spTree>
    <p:extLst>
      <p:ext uri="{BB962C8B-B14F-4D97-AF65-F5344CB8AC3E}">
        <p14:creationId xmlns:p14="http://schemas.microsoft.com/office/powerpoint/2010/main" val="7981291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Ion</vt:lpstr>
      <vt:lpstr>S8: Final Presentation for Glowworm Music Studio</vt:lpstr>
      <vt:lpstr>What product did you develop and why? </vt:lpstr>
      <vt:lpstr>Who is your product for?</vt:lpstr>
      <vt:lpstr>What did your design process look like?</vt:lpstr>
      <vt:lpstr>How did your design change over the length of the project? </vt:lpstr>
      <vt:lpstr>PowerPoint Presentation</vt:lpstr>
      <vt:lpstr>How did you test your design and what were the results of the test? </vt:lpstr>
      <vt:lpstr>General Testing A</vt:lpstr>
      <vt:lpstr>General Testing B</vt:lpstr>
      <vt:lpstr>What are you most proud of from your project?</vt:lpstr>
      <vt:lpstr>What would you change about the product if you were given infinite money and time to bring it to market?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</cp:revision>
  <dcterms:created xsi:type="dcterms:W3CDTF">2026-04-06T19:22:46Z</dcterms:created>
  <dcterms:modified xsi:type="dcterms:W3CDTF">2026-05-06T15:17:35Z</dcterms:modified>
</cp:coreProperties>
</file>