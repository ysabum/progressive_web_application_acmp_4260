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8E036D-0A1E-3F95-D11D-E84944AD2E75}" v="110" dt="2026-04-01T18:46:57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nysa Omoregie" userId="S::69559002@nebraska.edu::ecae82fc-e8f0-438f-8501-84f2371b7b51" providerId="AD" clId="Web-{988E036D-0A1E-3F95-D11D-E84944AD2E75}"/>
    <pc:docChg chg="modSld">
      <pc:chgData name="Hennysa Omoregie" userId="S::69559002@nebraska.edu::ecae82fc-e8f0-438f-8501-84f2371b7b51" providerId="AD" clId="Web-{988E036D-0A1E-3F95-D11D-E84944AD2E75}" dt="2026-04-01T18:46:57.177" v="109" actId="20577"/>
      <pc:docMkLst>
        <pc:docMk/>
      </pc:docMkLst>
      <pc:sldChg chg="addSp delSp modSp">
        <pc:chgData name="Hennysa Omoregie" userId="S::69559002@nebraska.edu::ecae82fc-e8f0-438f-8501-84f2371b7b51" providerId="AD" clId="Web-{988E036D-0A1E-3F95-D11D-E84944AD2E75}" dt="2026-04-01T18:46:57.177" v="109" actId="20577"/>
        <pc:sldMkLst>
          <pc:docMk/>
          <pc:sldMk cId="801167431" sldId="259"/>
        </pc:sldMkLst>
        <pc:spChg chg="mod">
          <ac:chgData name="Hennysa Omoregie" userId="S::69559002@nebraska.edu::ecae82fc-e8f0-438f-8501-84f2371b7b51" providerId="AD" clId="Web-{988E036D-0A1E-3F95-D11D-E84944AD2E75}" dt="2026-04-01T18:46:57.177" v="109" actId="20577"/>
          <ac:spMkLst>
            <pc:docMk/>
            <pc:sldMk cId="801167431" sldId="259"/>
            <ac:spMk id="3" creationId="{6A32234E-DB5C-68C6-BDD0-D4F9DF509031}"/>
          </ac:spMkLst>
        </pc:spChg>
        <pc:graphicFrameChg chg="add del mod">
          <ac:chgData name="Hennysa Omoregie" userId="S::69559002@nebraska.edu::ecae82fc-e8f0-438f-8501-84f2371b7b51" providerId="AD" clId="Web-{988E036D-0A1E-3F95-D11D-E84944AD2E75}" dt="2026-04-01T18:44:21.505" v="93"/>
          <ac:graphicFrameMkLst>
            <pc:docMk/>
            <pc:sldMk cId="801167431" sldId="259"/>
            <ac:graphicFrameMk id="5" creationId="{AE5870FF-5E7F-79D2-DE6B-4A725A08CB51}"/>
          </ac:graphicFrameMkLst>
        </pc:graphicFrameChg>
      </pc:sldChg>
    </pc:docChg>
  </pc:docChgLst>
  <pc:docChgLst>
    <pc:chgData name="Laurelle Sekpe" userId="S::33889560@nebraska.edu::f4befdab-e52b-48f2-8b4e-976d5fb6a428" providerId="AD" clId="Web-{A6920D48-0DCC-A646-2B6D-E5BC4AD87852}"/>
    <pc:docChg chg="modSld">
      <pc:chgData name="Laurelle Sekpe" userId="S::33889560@nebraska.edu::f4befdab-e52b-48f2-8b4e-976d5fb6a428" providerId="AD" clId="Web-{A6920D48-0DCC-A646-2B6D-E5BC4AD87852}" dt="2026-03-30T19:23:37.365" v="32"/>
      <pc:docMkLst>
        <pc:docMk/>
      </pc:docMkLst>
      <pc:sldChg chg="modNotes">
        <pc:chgData name="Laurelle Sekpe" userId="S::33889560@nebraska.edu::f4befdab-e52b-48f2-8b4e-976d5fb6a428" providerId="AD" clId="Web-{A6920D48-0DCC-A646-2B6D-E5BC4AD87852}" dt="2026-03-30T19:23:37.365" v="32"/>
        <pc:sldMkLst>
          <pc:docMk/>
          <pc:sldMk cId="1385640023" sldId="258"/>
        </pc:sldMkLst>
      </pc:sldChg>
    </pc:docChg>
  </pc:docChgLst>
  <pc:docChgLst>
    <pc:chgData name="Hennysa Omoregie" userId="S::69559002@nebraska.edu::ecae82fc-e8f0-438f-8501-84f2371b7b51" providerId="AD" clId="Web-{C63602BF-F554-6BD7-F043-72713BC41E0C}"/>
    <pc:docChg chg="addSld modSld">
      <pc:chgData name="Hennysa Omoregie" userId="S::69559002@nebraska.edu::ecae82fc-e8f0-438f-8501-84f2371b7b51" providerId="AD" clId="Web-{C63602BF-F554-6BD7-F043-72713BC41E0C}" dt="2026-03-30T18:40:30.468" v="112" actId="20577"/>
      <pc:docMkLst>
        <pc:docMk/>
      </pc:docMkLst>
      <pc:sldChg chg="modSp">
        <pc:chgData name="Hennysa Omoregie" userId="S::69559002@nebraska.edu::ecae82fc-e8f0-438f-8501-84f2371b7b51" providerId="AD" clId="Web-{C63602BF-F554-6BD7-F043-72713BC41E0C}" dt="2026-03-30T18:36:03.841" v="22" actId="20577"/>
        <pc:sldMkLst>
          <pc:docMk/>
          <pc:sldMk cId="109857222" sldId="256"/>
        </pc:sldMkLst>
        <pc:spChg chg="mod">
          <ac:chgData name="Hennysa Omoregie" userId="S::69559002@nebraska.edu::ecae82fc-e8f0-438f-8501-84f2371b7b51" providerId="AD" clId="Web-{C63602BF-F554-6BD7-F043-72713BC41E0C}" dt="2026-03-30T18:35:18.091" v="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ennysa Omoregie" userId="S::69559002@nebraska.edu::ecae82fc-e8f0-438f-8501-84f2371b7b51" providerId="AD" clId="Web-{C63602BF-F554-6BD7-F043-72713BC41E0C}" dt="2026-03-30T18:36:03.841" v="2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Hennysa Omoregie" userId="S::69559002@nebraska.edu::ecae82fc-e8f0-438f-8501-84f2371b7b51" providerId="AD" clId="Web-{C63602BF-F554-6BD7-F043-72713BC41E0C}" dt="2026-03-30T18:37:12.357" v="30" actId="20577"/>
        <pc:sldMkLst>
          <pc:docMk/>
          <pc:sldMk cId="3638761995" sldId="257"/>
        </pc:sldMkLst>
        <pc:spChg chg="mod">
          <ac:chgData name="Hennysa Omoregie" userId="S::69559002@nebraska.edu::ecae82fc-e8f0-438f-8501-84f2371b7b51" providerId="AD" clId="Web-{C63602BF-F554-6BD7-F043-72713BC41E0C}" dt="2026-03-30T18:36:45.341" v="25" actId="20577"/>
          <ac:spMkLst>
            <pc:docMk/>
            <pc:sldMk cId="3638761995" sldId="257"/>
            <ac:spMk id="2" creationId="{88F5952D-2C7C-9388-61BD-7BBB4D213FD5}"/>
          </ac:spMkLst>
        </pc:spChg>
        <pc:spChg chg="mod">
          <ac:chgData name="Hennysa Omoregie" userId="S::69559002@nebraska.edu::ecae82fc-e8f0-438f-8501-84f2371b7b51" providerId="AD" clId="Web-{C63602BF-F554-6BD7-F043-72713BC41E0C}" dt="2026-03-30T18:37:12.357" v="30" actId="20577"/>
          <ac:spMkLst>
            <pc:docMk/>
            <pc:sldMk cId="3638761995" sldId="257"/>
            <ac:spMk id="3" creationId="{B9B711F0-7E06-E45F-C70D-C10533486355}"/>
          </ac:spMkLst>
        </pc:spChg>
      </pc:sldChg>
      <pc:sldChg chg="modSp new modNotes">
        <pc:chgData name="Hennysa Omoregie" userId="S::69559002@nebraska.edu::ecae82fc-e8f0-438f-8501-84f2371b7b51" providerId="AD" clId="Web-{C63602BF-F554-6BD7-F043-72713BC41E0C}" dt="2026-03-30T18:40:07.686" v="95" actId="20577"/>
        <pc:sldMkLst>
          <pc:docMk/>
          <pc:sldMk cId="1385640023" sldId="258"/>
        </pc:sldMkLst>
        <pc:spChg chg="mod">
          <ac:chgData name="Hennysa Omoregie" userId="S::69559002@nebraska.edu::ecae82fc-e8f0-438f-8501-84f2371b7b51" providerId="AD" clId="Web-{C63602BF-F554-6BD7-F043-72713BC41E0C}" dt="2026-03-30T18:37:24.701" v="33" actId="20577"/>
          <ac:spMkLst>
            <pc:docMk/>
            <pc:sldMk cId="1385640023" sldId="258"/>
            <ac:spMk id="2" creationId="{527CD4D5-F8B4-1916-A598-9716F9B57D9E}"/>
          </ac:spMkLst>
        </pc:spChg>
        <pc:spChg chg="mod">
          <ac:chgData name="Hennysa Omoregie" userId="S::69559002@nebraska.edu::ecae82fc-e8f0-438f-8501-84f2371b7b51" providerId="AD" clId="Web-{C63602BF-F554-6BD7-F043-72713BC41E0C}" dt="2026-03-30T18:40:07.686" v="95" actId="20577"/>
          <ac:spMkLst>
            <pc:docMk/>
            <pc:sldMk cId="1385640023" sldId="258"/>
            <ac:spMk id="3" creationId="{9F1D615D-E1F7-B22D-8E6F-054AF1031499}"/>
          </ac:spMkLst>
        </pc:spChg>
      </pc:sldChg>
      <pc:sldChg chg="modSp new">
        <pc:chgData name="Hennysa Omoregie" userId="S::69559002@nebraska.edu::ecae82fc-e8f0-438f-8501-84f2371b7b51" providerId="AD" clId="Web-{C63602BF-F554-6BD7-F043-72713BC41E0C}" dt="2026-03-30T18:40:30.468" v="112" actId="20577"/>
        <pc:sldMkLst>
          <pc:docMk/>
          <pc:sldMk cId="801167431" sldId="259"/>
        </pc:sldMkLst>
        <pc:spChg chg="mod">
          <ac:chgData name="Hennysa Omoregie" userId="S::69559002@nebraska.edu::ecae82fc-e8f0-438f-8501-84f2371b7b51" providerId="AD" clId="Web-{C63602BF-F554-6BD7-F043-72713BC41E0C}" dt="2026-03-30T18:40:26.561" v="111" actId="20577"/>
          <ac:spMkLst>
            <pc:docMk/>
            <pc:sldMk cId="801167431" sldId="259"/>
            <ac:spMk id="2" creationId="{65D24CE7-A23A-9B61-B04E-E72315A55535}"/>
          </ac:spMkLst>
        </pc:spChg>
        <pc:spChg chg="mod">
          <ac:chgData name="Hennysa Omoregie" userId="S::69559002@nebraska.edu::ecae82fc-e8f0-438f-8501-84f2371b7b51" providerId="AD" clId="Web-{C63602BF-F554-6BD7-F043-72713BC41E0C}" dt="2026-03-30T18:40:30.468" v="112" actId="20577"/>
          <ac:spMkLst>
            <pc:docMk/>
            <pc:sldMk cId="801167431" sldId="259"/>
            <ac:spMk id="3" creationId="{6A32234E-DB5C-68C6-BDD0-D4F9DF5090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1B754-36BB-4200-93C0-661A905EFEA6}" type="datetimeFigureOut"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09EA9-FF13-4DD6-B1CF-8F675C0DA0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3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PWA: Progressive Web Application</a:t>
            </a:r>
          </a:p>
          <a:p>
            <a:r>
              <a:rPr lang="en-US">
                <a:ea typeface="Calibri"/>
                <a:cs typeface="Calibri"/>
              </a:rPr>
              <a:t>Solution: Allan</a:t>
            </a:r>
          </a:p>
          <a:p>
            <a:r>
              <a:rPr lang="en-US">
                <a:ea typeface="Calibri"/>
                <a:cs typeface="Calibri"/>
              </a:rPr>
              <a:t>Risks: Laurelle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09EA9-FF13-4DD6-B1CF-8F675C0DA044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1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Elevator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Allan Hernandez, </a:t>
            </a:r>
            <a:r>
              <a:rPr lang="en-US" err="1"/>
              <a:t>Hennysa</a:t>
            </a:r>
            <a:r>
              <a:rPr lang="en-US"/>
              <a:t> Omoregie, Laurelle </a:t>
            </a:r>
            <a:r>
              <a:rPr lang="en-US" err="1"/>
              <a:t>Sekpe</a:t>
            </a:r>
            <a:r>
              <a:rPr lang="en-US"/>
              <a:t>, Gregory Treinen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52D-2C7C-9388-61BD-7BBB4D21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711F0-7E06-E45F-C70D-C10533486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Casual and aspiring musicians or other creators often lack intuitive, easily accessible tools for creating, recording, and sharing music in an interactive way</a:t>
            </a:r>
          </a:p>
          <a:p>
            <a:r>
              <a:rPr lang="en-US" b="1"/>
              <a:t>That is</a:t>
            </a:r>
            <a:r>
              <a:rPr lang="en-US"/>
              <a:t>, musicians and creators need a tool that allows them to easily experiment with various familiar and unfamiliar instruments, write sheet music or scores without prior knowledge, and easily combine scores to create a hypothetical “band” that can be shared with other users.</a:t>
            </a:r>
          </a:p>
        </p:txBody>
      </p:sp>
    </p:spTree>
    <p:extLst>
      <p:ext uri="{BB962C8B-B14F-4D97-AF65-F5344CB8AC3E}">
        <p14:creationId xmlns:p14="http://schemas.microsoft.com/office/powerpoint/2010/main" val="363876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D4D5-F8B4-1916-A598-9716F9B5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D615D-E1F7-B22D-8E6F-054AF103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PWA where users can play different instruments using their keyboard</a:t>
            </a:r>
          </a:p>
          <a:p>
            <a:r>
              <a:rPr lang="en-US"/>
              <a:t>Switch between three modes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Test mode: </a:t>
            </a:r>
            <a:r>
              <a:rPr lang="en-US"/>
              <a:t>The user can experiment with the sound and instruments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Write mode: </a:t>
            </a:r>
            <a:r>
              <a:rPr lang="en-US"/>
              <a:t>As the user plays an instrument with the keyboard, the system automatically writes down the score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Play mode: </a:t>
            </a:r>
            <a:r>
              <a:rPr lang="en-US"/>
              <a:t>The user can have the system play the score on any instrument or combine different scores to create a “band”. </a:t>
            </a:r>
          </a:p>
          <a:p>
            <a:r>
              <a:rPr lang="en-US"/>
              <a:t>Risks: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Overwhelming users with complexity of the system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Failing to balance flexibility with simplicity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addressed well, our system can transform casual system interaction into meaningful musical expression and collaboration between users sharing scores.</a:t>
            </a:r>
          </a:p>
        </p:txBody>
      </p:sp>
    </p:spTree>
    <p:extLst>
      <p:ext uri="{BB962C8B-B14F-4D97-AF65-F5344CB8AC3E}">
        <p14:creationId xmlns:p14="http://schemas.microsoft.com/office/powerpoint/2010/main" val="138564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4CE7-A23A-9B61-B04E-E72315A5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Success?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2234E-DB5C-68C6-BDD0-D4F9DF509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team will know that our keyboard-driven music system has done well when all users with various music background knowledge can successfully compose a “song” by combining/overlaying created scores and use the system to play the song live</a:t>
            </a:r>
          </a:p>
          <a:p>
            <a:r>
              <a:rPr lang="en-US"/>
              <a:t>Measure the number of users that have used the application</a:t>
            </a:r>
          </a:p>
          <a:p>
            <a:r>
              <a:rPr lang="en-US"/>
              <a:t>Measure how much time each user spends on the application</a:t>
            </a:r>
          </a:p>
          <a:p>
            <a:r>
              <a:rPr lang="en-US">
                <a:ea typeface="+mn-lt"/>
                <a:cs typeface="+mn-lt"/>
              </a:rPr>
              <a:t>Determine how users are using the application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Number each instrument sound is being used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Number of times users create a song and download the song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67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Elevator Pitch</vt:lpstr>
      <vt:lpstr>Problem</vt:lpstr>
      <vt:lpstr>Solution</vt:lpstr>
      <vt:lpstr>Success?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2026-03-30T18:33:57Z</dcterms:created>
  <dcterms:modified xsi:type="dcterms:W3CDTF">2026-04-01T18:47:36Z</dcterms:modified>
</cp:coreProperties>
</file>