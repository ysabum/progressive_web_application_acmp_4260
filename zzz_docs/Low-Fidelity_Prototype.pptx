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5" r:id="rId3"/>
    <p:sldId id="262" r:id="rId4"/>
    <p:sldId id="264" r:id="rId5"/>
    <p:sldId id="257" r:id="rId6"/>
    <p:sldId id="258" r:id="rId7"/>
    <p:sldId id="259" r:id="rId8"/>
    <p:sldId id="260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B5F2A7-C3CF-8FC3-5D4F-54F7219CA29B}" v="1043" dt="2026-04-13T14:23:00.835"/>
    <p1510:client id="{DCDD7D54-5C06-E2F8-045F-D5F4B7A42131}" v="46" dt="2026-04-13T18:54:35.0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nysa Omoregie" userId="S::69559002@nebraska.edu::ecae82fc-e8f0-438f-8501-84f2371b7b51" providerId="AD" clId="Web-{F0BD9775-FDA3-5302-A5D8-45122306077A}"/>
    <pc:docChg chg="addSld modSld">
      <pc:chgData name="Hennysa Omoregie" userId="S::69559002@nebraska.edu::ecae82fc-e8f0-438f-8501-84f2371b7b51" providerId="AD" clId="Web-{F0BD9775-FDA3-5302-A5D8-45122306077A}" dt="2026-04-06T19:25:31.456" v="30"/>
      <pc:docMkLst>
        <pc:docMk/>
      </pc:docMkLst>
      <pc:sldChg chg="modSp">
        <pc:chgData name="Hennysa Omoregie" userId="S::69559002@nebraska.edu::ecae82fc-e8f0-438f-8501-84f2371b7b51" providerId="AD" clId="Web-{F0BD9775-FDA3-5302-A5D8-45122306077A}" dt="2026-04-06T19:24:05.097" v="13" actId="20577"/>
        <pc:sldMkLst>
          <pc:docMk/>
          <pc:sldMk cId="109857222" sldId="256"/>
        </pc:sldMkLst>
        <pc:spChg chg="mod">
          <ac:chgData name="Hennysa Omoregie" userId="S::69559002@nebraska.edu::ecae82fc-e8f0-438f-8501-84f2371b7b51" providerId="AD" clId="Web-{F0BD9775-FDA3-5302-A5D8-45122306077A}" dt="2026-04-06T19:24:02.879" v="8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Hennysa Omoregie" userId="S::69559002@nebraska.edu::ecae82fc-e8f0-438f-8501-84f2371b7b51" providerId="AD" clId="Web-{F0BD9775-FDA3-5302-A5D8-45122306077A}" dt="2026-04-06T19:24:05.097" v="13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addSp delSp modSp new mod setBg">
        <pc:chgData name="Hennysa Omoregie" userId="S::69559002@nebraska.edu::ecae82fc-e8f0-438f-8501-84f2371b7b51" providerId="AD" clId="Web-{F0BD9775-FDA3-5302-A5D8-45122306077A}" dt="2026-04-06T19:24:58.347" v="25" actId="14100"/>
        <pc:sldMkLst>
          <pc:docMk/>
          <pc:sldMk cId="1571059904" sldId="257"/>
        </pc:sldMkLst>
        <pc:spChg chg="add">
          <ac:chgData name="Hennysa Omoregie" userId="S::69559002@nebraska.edu::ecae82fc-e8f0-438f-8501-84f2371b7b51" providerId="AD" clId="Web-{F0BD9775-FDA3-5302-A5D8-45122306077A}" dt="2026-04-06T19:24:52.316" v="23"/>
          <ac:spMkLst>
            <pc:docMk/>
            <pc:sldMk cId="1571059904" sldId="257"/>
            <ac:spMk id="9" creationId="{42A4FC2C-047E-45A5-965D-8E1E3BF09BC6}"/>
          </ac:spMkLst>
        </pc:spChg>
        <pc:picChg chg="add mod ord">
          <ac:chgData name="Hennysa Omoregie" userId="S::69559002@nebraska.edu::ecae82fc-e8f0-438f-8501-84f2371b7b51" providerId="AD" clId="Web-{F0BD9775-FDA3-5302-A5D8-45122306077A}" dt="2026-04-06T19:24:58.347" v="25" actId="14100"/>
          <ac:picMkLst>
            <pc:docMk/>
            <pc:sldMk cId="1571059904" sldId="257"/>
            <ac:picMk id="4" creationId="{1EF74752-F94B-B401-7F99-93675E36B140}"/>
          </ac:picMkLst>
        </pc:picChg>
      </pc:sldChg>
      <pc:sldChg chg="addSp delSp modSp add mod replId setBg">
        <pc:chgData name="Hennysa Omoregie" userId="S::69559002@nebraska.edu::ecae82fc-e8f0-438f-8501-84f2371b7b51" providerId="AD" clId="Web-{F0BD9775-FDA3-5302-A5D8-45122306077A}" dt="2026-04-06T19:24:47.113" v="22"/>
        <pc:sldMkLst>
          <pc:docMk/>
          <pc:sldMk cId="3424085396" sldId="258"/>
        </pc:sldMkLst>
        <pc:spChg chg="add">
          <ac:chgData name="Hennysa Omoregie" userId="S::69559002@nebraska.edu::ecae82fc-e8f0-438f-8501-84f2371b7b51" providerId="AD" clId="Web-{F0BD9775-FDA3-5302-A5D8-45122306077A}" dt="2026-04-06T19:24:47.113" v="22"/>
          <ac:spMkLst>
            <pc:docMk/>
            <pc:sldMk cId="3424085396" sldId="258"/>
            <ac:spMk id="11" creationId="{42A4FC2C-047E-45A5-965D-8E1E3BF09BC6}"/>
          </ac:spMkLst>
        </pc:spChg>
        <pc:picChg chg="add mod">
          <ac:chgData name="Hennysa Omoregie" userId="S::69559002@nebraska.edu::ecae82fc-e8f0-438f-8501-84f2371b7b51" providerId="AD" clId="Web-{F0BD9775-FDA3-5302-A5D8-45122306077A}" dt="2026-04-06T19:24:47.113" v="22"/>
          <ac:picMkLst>
            <pc:docMk/>
            <pc:sldMk cId="3424085396" sldId="258"/>
            <ac:picMk id="3" creationId="{1A1A7F61-B854-7AF2-B855-43852AB4BA9B}"/>
          </ac:picMkLst>
        </pc:picChg>
      </pc:sldChg>
      <pc:sldChg chg="addSp delSp modSp new mod setBg">
        <pc:chgData name="Hennysa Omoregie" userId="S::69559002@nebraska.edu::ecae82fc-e8f0-438f-8501-84f2371b7b51" providerId="AD" clId="Web-{F0BD9775-FDA3-5302-A5D8-45122306077A}" dt="2026-04-06T19:25:09.691" v="27"/>
        <pc:sldMkLst>
          <pc:docMk/>
          <pc:sldMk cId="2452136579" sldId="259"/>
        </pc:sldMkLst>
        <pc:spChg chg="add">
          <ac:chgData name="Hennysa Omoregie" userId="S::69559002@nebraska.edu::ecae82fc-e8f0-438f-8501-84f2371b7b51" providerId="AD" clId="Web-{F0BD9775-FDA3-5302-A5D8-45122306077A}" dt="2026-04-06T19:25:09.691" v="27"/>
          <ac:spMkLst>
            <pc:docMk/>
            <pc:sldMk cId="2452136579" sldId="259"/>
            <ac:spMk id="9" creationId="{42A4FC2C-047E-45A5-965D-8E1E3BF09BC6}"/>
          </ac:spMkLst>
        </pc:spChg>
        <pc:picChg chg="add mod ord">
          <ac:chgData name="Hennysa Omoregie" userId="S::69559002@nebraska.edu::ecae82fc-e8f0-438f-8501-84f2371b7b51" providerId="AD" clId="Web-{F0BD9775-FDA3-5302-A5D8-45122306077A}" dt="2026-04-06T19:25:09.691" v="27"/>
          <ac:picMkLst>
            <pc:docMk/>
            <pc:sldMk cId="2452136579" sldId="259"/>
            <ac:picMk id="4" creationId="{B6C57631-8F10-D30B-E901-F812AD10A321}"/>
          </ac:picMkLst>
        </pc:picChg>
      </pc:sldChg>
      <pc:sldChg chg="addSp delSp modSp new mod setBg">
        <pc:chgData name="Hennysa Omoregie" userId="S::69559002@nebraska.edu::ecae82fc-e8f0-438f-8501-84f2371b7b51" providerId="AD" clId="Web-{F0BD9775-FDA3-5302-A5D8-45122306077A}" dt="2026-04-06T19:25:31.456" v="30"/>
        <pc:sldMkLst>
          <pc:docMk/>
          <pc:sldMk cId="638023987" sldId="260"/>
        </pc:sldMkLst>
        <pc:spChg chg="add">
          <ac:chgData name="Hennysa Omoregie" userId="S::69559002@nebraska.edu::ecae82fc-e8f0-438f-8501-84f2371b7b51" providerId="AD" clId="Web-{F0BD9775-FDA3-5302-A5D8-45122306077A}" dt="2026-04-06T19:25:31.456" v="30"/>
          <ac:spMkLst>
            <pc:docMk/>
            <pc:sldMk cId="638023987" sldId="260"/>
            <ac:spMk id="9" creationId="{42A4FC2C-047E-45A5-965D-8E1E3BF09BC6}"/>
          </ac:spMkLst>
        </pc:spChg>
        <pc:picChg chg="add mod ord">
          <ac:chgData name="Hennysa Omoregie" userId="S::69559002@nebraska.edu::ecae82fc-e8f0-438f-8501-84f2371b7b51" providerId="AD" clId="Web-{F0BD9775-FDA3-5302-A5D8-45122306077A}" dt="2026-04-06T19:25:31.456" v="30"/>
          <ac:picMkLst>
            <pc:docMk/>
            <pc:sldMk cId="638023987" sldId="260"/>
            <ac:picMk id="4" creationId="{BF378148-6469-24AE-9B77-822DD0F76E18}"/>
          </ac:picMkLst>
        </pc:picChg>
      </pc:sldChg>
    </pc:docChg>
  </pc:docChgLst>
  <pc:docChgLst>
    <pc:chgData name="Hennysa Omoregie" userId="S::69559002@nebraska.edu::ecae82fc-e8f0-438f-8501-84f2371b7b51" providerId="AD" clId="Web-{DCDD7D54-5C06-E2F8-045F-D5F4B7A42131}"/>
    <pc:docChg chg="addSld modSld sldOrd">
      <pc:chgData name="Hennysa Omoregie" userId="S::69559002@nebraska.edu::ecae82fc-e8f0-438f-8501-84f2371b7b51" providerId="AD" clId="Web-{DCDD7D54-5C06-E2F8-045F-D5F4B7A42131}" dt="2026-04-13T18:54:35.053" v="45" actId="20577"/>
      <pc:docMkLst>
        <pc:docMk/>
      </pc:docMkLst>
      <pc:sldChg chg="modSp">
        <pc:chgData name="Hennysa Omoregie" userId="S::69559002@nebraska.edu::ecae82fc-e8f0-438f-8501-84f2371b7b51" providerId="AD" clId="Web-{DCDD7D54-5C06-E2F8-045F-D5F4B7A42131}" dt="2026-04-13T18:48:10.572" v="39" actId="20577"/>
        <pc:sldMkLst>
          <pc:docMk/>
          <pc:sldMk cId="2650112741" sldId="263"/>
        </pc:sldMkLst>
        <pc:spChg chg="mod">
          <ac:chgData name="Hennysa Omoregie" userId="S::69559002@nebraska.edu::ecae82fc-e8f0-438f-8501-84f2371b7b51" providerId="AD" clId="Web-{DCDD7D54-5C06-E2F8-045F-D5F4B7A42131}" dt="2026-04-13T18:48:10.572" v="39" actId="20577"/>
          <ac:spMkLst>
            <pc:docMk/>
            <pc:sldMk cId="2650112741" sldId="263"/>
            <ac:spMk id="3" creationId="{2F38A850-48C5-0B3D-5D0B-9A5CCD2180F4}"/>
          </ac:spMkLst>
        </pc:spChg>
      </pc:sldChg>
      <pc:sldChg chg="modSp new ord">
        <pc:chgData name="Hennysa Omoregie" userId="S::69559002@nebraska.edu::ecae82fc-e8f0-438f-8501-84f2371b7b51" providerId="AD" clId="Web-{DCDD7D54-5C06-E2F8-045F-D5F4B7A42131}" dt="2026-04-13T18:50:05.633" v="40"/>
        <pc:sldMkLst>
          <pc:docMk/>
          <pc:sldMk cId="1420517734" sldId="264"/>
        </pc:sldMkLst>
        <pc:spChg chg="mod">
          <ac:chgData name="Hennysa Omoregie" userId="S::69559002@nebraska.edu::ecae82fc-e8f0-438f-8501-84f2371b7b51" providerId="AD" clId="Web-{DCDD7D54-5C06-E2F8-045F-D5F4B7A42131}" dt="2026-04-13T18:31:12.141" v="22" actId="20577"/>
          <ac:spMkLst>
            <pc:docMk/>
            <pc:sldMk cId="1420517734" sldId="264"/>
            <ac:spMk id="2" creationId="{C9DF1B4D-A706-1AF2-C8D6-634FC24643DF}"/>
          </ac:spMkLst>
        </pc:spChg>
        <pc:spChg chg="mod">
          <ac:chgData name="Hennysa Omoregie" userId="S::69559002@nebraska.edu::ecae82fc-e8f0-438f-8501-84f2371b7b51" providerId="AD" clId="Web-{DCDD7D54-5C06-E2F8-045F-D5F4B7A42131}" dt="2026-04-13T18:31:07.875" v="15" actId="20577"/>
          <ac:spMkLst>
            <pc:docMk/>
            <pc:sldMk cId="1420517734" sldId="264"/>
            <ac:spMk id="3" creationId="{1129E96A-04EA-6B31-209A-C0AF5669F1D7}"/>
          </ac:spMkLst>
        </pc:spChg>
      </pc:sldChg>
      <pc:sldChg chg="modSp new">
        <pc:chgData name="Hennysa Omoregie" userId="S::69559002@nebraska.edu::ecae82fc-e8f0-438f-8501-84f2371b7b51" providerId="AD" clId="Web-{DCDD7D54-5C06-E2F8-045F-D5F4B7A42131}" dt="2026-04-13T18:54:35.053" v="45" actId="20577"/>
        <pc:sldMkLst>
          <pc:docMk/>
          <pc:sldMk cId="1238381373" sldId="265"/>
        </pc:sldMkLst>
        <pc:spChg chg="mod">
          <ac:chgData name="Hennysa Omoregie" userId="S::69559002@nebraska.edu::ecae82fc-e8f0-438f-8501-84f2371b7b51" providerId="AD" clId="Web-{DCDD7D54-5C06-E2F8-045F-D5F4B7A42131}" dt="2026-04-13T18:43:12.558" v="27" actId="20577"/>
          <ac:spMkLst>
            <pc:docMk/>
            <pc:sldMk cId="1238381373" sldId="265"/>
            <ac:spMk id="2" creationId="{870F52AD-7DE9-58EC-F162-28E38E964EC5}"/>
          </ac:spMkLst>
        </pc:spChg>
        <pc:spChg chg="mod">
          <ac:chgData name="Hennysa Omoregie" userId="S::69559002@nebraska.edu::ecae82fc-e8f0-438f-8501-84f2371b7b51" providerId="AD" clId="Web-{DCDD7D54-5C06-E2F8-045F-D5F4B7A42131}" dt="2026-04-13T18:54:35.053" v="45" actId="20577"/>
          <ac:spMkLst>
            <pc:docMk/>
            <pc:sldMk cId="1238381373" sldId="265"/>
            <ac:spMk id="3" creationId="{10306E30-9D7C-73BE-B11D-7F90FB693B38}"/>
          </ac:spMkLst>
        </pc:spChg>
      </pc:sldChg>
    </pc:docChg>
  </pc:docChgLst>
  <pc:docChgLst>
    <pc:chgData name="Hennysa Omoregie" userId="S::69559002@nebraska.edu::ecae82fc-e8f0-438f-8501-84f2371b7b51" providerId="AD" clId="Web-{26B5F2A7-C3CF-8FC3-5D4F-54F7219CA29B}"/>
    <pc:docChg chg="addSld delSld modSld sldOrd">
      <pc:chgData name="Hennysa Omoregie" userId="S::69559002@nebraska.edu::ecae82fc-e8f0-438f-8501-84f2371b7b51" providerId="AD" clId="Web-{26B5F2A7-C3CF-8FC3-5D4F-54F7219CA29B}" dt="2026-04-13T14:23:00.835" v="1060" actId="20577"/>
      <pc:docMkLst>
        <pc:docMk/>
      </pc:docMkLst>
      <pc:sldChg chg="addSp delSp modSp add del replId">
        <pc:chgData name="Hennysa Omoregie" userId="S::69559002@nebraska.edu::ecae82fc-e8f0-438f-8501-84f2371b7b51" providerId="AD" clId="Web-{26B5F2A7-C3CF-8FC3-5D4F-54F7219CA29B}" dt="2026-04-13T13:05:26.788" v="3"/>
        <pc:sldMkLst>
          <pc:docMk/>
          <pc:sldMk cId="117390163" sldId="261"/>
        </pc:sldMkLst>
        <pc:spChg chg="add mod">
          <ac:chgData name="Hennysa Omoregie" userId="S::69559002@nebraska.edu::ecae82fc-e8f0-438f-8501-84f2371b7b51" providerId="AD" clId="Web-{26B5F2A7-C3CF-8FC3-5D4F-54F7219CA29B}" dt="2026-04-13T13:05:21.444" v="1"/>
          <ac:spMkLst>
            <pc:docMk/>
            <pc:sldMk cId="117390163" sldId="261"/>
            <ac:spMk id="3" creationId="{69C4AFAF-81DE-B6E5-E9A6-1C378BBE6180}"/>
          </ac:spMkLst>
        </pc:spChg>
        <pc:picChg chg="del">
          <ac:chgData name="Hennysa Omoregie" userId="S::69559002@nebraska.edu::ecae82fc-e8f0-438f-8501-84f2371b7b51" providerId="AD" clId="Web-{26B5F2A7-C3CF-8FC3-5D4F-54F7219CA29B}" dt="2026-04-13T13:05:21.444" v="1"/>
          <ac:picMkLst>
            <pc:docMk/>
            <pc:sldMk cId="117390163" sldId="261"/>
            <ac:picMk id="4" creationId="{FD498E99-2266-3A7F-887E-09D4F27FBA8A}"/>
          </ac:picMkLst>
        </pc:picChg>
      </pc:sldChg>
      <pc:sldChg chg="addSp delSp modSp new mod ord setBg">
        <pc:chgData name="Hennysa Omoregie" userId="S::69559002@nebraska.edu::ecae82fc-e8f0-438f-8501-84f2371b7b51" providerId="AD" clId="Web-{26B5F2A7-C3CF-8FC3-5D4F-54F7219CA29B}" dt="2026-04-13T14:21:16.820" v="989" actId="20577"/>
        <pc:sldMkLst>
          <pc:docMk/>
          <pc:sldMk cId="4277837997" sldId="262"/>
        </pc:sldMkLst>
        <pc:spChg chg="mod">
          <ac:chgData name="Hennysa Omoregie" userId="S::69559002@nebraska.edu::ecae82fc-e8f0-438f-8501-84f2371b7b51" providerId="AD" clId="Web-{26B5F2A7-C3CF-8FC3-5D4F-54F7219CA29B}" dt="2026-04-13T14:18:57.992" v="683" actId="14100"/>
          <ac:spMkLst>
            <pc:docMk/>
            <pc:sldMk cId="4277837997" sldId="262"/>
            <ac:spMk id="2" creationId="{0F887B2F-6603-5D50-2445-0B34DC6E90D7}"/>
          </ac:spMkLst>
        </pc:spChg>
        <pc:spChg chg="del">
          <ac:chgData name="Hennysa Omoregie" userId="S::69559002@nebraska.edu::ecae82fc-e8f0-438f-8501-84f2371b7b51" providerId="AD" clId="Web-{26B5F2A7-C3CF-8FC3-5D4F-54F7219CA29B}" dt="2026-04-13T13:12:11.415" v="6"/>
          <ac:spMkLst>
            <pc:docMk/>
            <pc:sldMk cId="4277837997" sldId="262"/>
            <ac:spMk id="3" creationId="{01BC65B5-4911-0B40-E559-823B4826DB04}"/>
          </ac:spMkLst>
        </pc:spChg>
        <pc:spChg chg="add mod">
          <ac:chgData name="Hennysa Omoregie" userId="S::69559002@nebraska.edu::ecae82fc-e8f0-438f-8501-84f2371b7b51" providerId="AD" clId="Web-{26B5F2A7-C3CF-8FC3-5D4F-54F7219CA29B}" dt="2026-04-13T14:21:16.820" v="989" actId="20577"/>
          <ac:spMkLst>
            <pc:docMk/>
            <pc:sldMk cId="4277837997" sldId="262"/>
            <ac:spMk id="6" creationId="{32FDE222-B529-69F3-E084-5AF022571782}"/>
          </ac:spMkLst>
        </pc:spChg>
        <pc:spChg chg="add">
          <ac:chgData name="Hennysa Omoregie" userId="S::69559002@nebraska.edu::ecae82fc-e8f0-438f-8501-84f2371b7b51" providerId="AD" clId="Web-{26B5F2A7-C3CF-8FC3-5D4F-54F7219CA29B}" dt="2026-04-13T13:12:26.759" v="9"/>
          <ac:spMkLst>
            <pc:docMk/>
            <pc:sldMk cId="4277837997" sldId="262"/>
            <ac:spMk id="9" creationId="{B7BD7FCF-A254-4A97-A15C-319B67622677}"/>
          </ac:spMkLst>
        </pc:spChg>
        <pc:spChg chg="add">
          <ac:chgData name="Hennysa Omoregie" userId="S::69559002@nebraska.edu::ecae82fc-e8f0-438f-8501-84f2371b7b51" providerId="AD" clId="Web-{26B5F2A7-C3CF-8FC3-5D4F-54F7219CA29B}" dt="2026-04-13T13:12:26.759" v="9"/>
          <ac:spMkLst>
            <pc:docMk/>
            <pc:sldMk cId="4277837997" sldId="262"/>
            <ac:spMk id="11" creationId="{52FFAF72-6204-4676-9C6F-9A4CC4D91805}"/>
          </ac:spMkLst>
        </pc:spChg>
        <pc:picChg chg="add mod">
          <ac:chgData name="Hennysa Omoregie" userId="S::69559002@nebraska.edu::ecae82fc-e8f0-438f-8501-84f2371b7b51" providerId="AD" clId="Web-{26B5F2A7-C3CF-8FC3-5D4F-54F7219CA29B}" dt="2026-04-13T14:16:52.086" v="682" actId="1076"/>
          <ac:picMkLst>
            <pc:docMk/>
            <pc:sldMk cId="4277837997" sldId="262"/>
            <ac:picMk id="3" creationId="{C9EC4834-E558-A93C-A5C5-5900C1759212}"/>
          </ac:picMkLst>
        </pc:picChg>
        <pc:picChg chg="add del mod">
          <ac:chgData name="Hennysa Omoregie" userId="S::69559002@nebraska.edu::ecae82fc-e8f0-438f-8501-84f2371b7b51" providerId="AD" clId="Web-{26B5F2A7-C3CF-8FC3-5D4F-54F7219CA29B}" dt="2026-04-13T14:15:23.789" v="673"/>
          <ac:picMkLst>
            <pc:docMk/>
            <pc:sldMk cId="4277837997" sldId="262"/>
            <ac:picMk id="4" creationId="{60AA96D8-B989-E2E6-EF4D-8475B7950429}"/>
          </ac:picMkLst>
        </pc:picChg>
      </pc:sldChg>
      <pc:sldChg chg="modSp new">
        <pc:chgData name="Hennysa Omoregie" userId="S::69559002@nebraska.edu::ecae82fc-e8f0-438f-8501-84f2371b7b51" providerId="AD" clId="Web-{26B5F2A7-C3CF-8FC3-5D4F-54F7219CA29B}" dt="2026-04-13T14:23:00.835" v="1060" actId="20577"/>
        <pc:sldMkLst>
          <pc:docMk/>
          <pc:sldMk cId="2650112741" sldId="263"/>
        </pc:sldMkLst>
        <pc:spChg chg="mod">
          <ac:chgData name="Hennysa Omoregie" userId="S::69559002@nebraska.edu::ecae82fc-e8f0-438f-8501-84f2371b7b51" providerId="AD" clId="Web-{26B5F2A7-C3CF-8FC3-5D4F-54F7219CA29B}" dt="2026-04-13T13:16:59.556" v="135" actId="20577"/>
          <ac:spMkLst>
            <pc:docMk/>
            <pc:sldMk cId="2650112741" sldId="263"/>
            <ac:spMk id="2" creationId="{1230B709-F01B-A241-9379-BAA90CAAFD4D}"/>
          </ac:spMkLst>
        </pc:spChg>
        <pc:spChg chg="mod">
          <ac:chgData name="Hennysa Omoregie" userId="S::69559002@nebraska.edu::ecae82fc-e8f0-438f-8501-84f2371b7b51" providerId="AD" clId="Web-{26B5F2A7-C3CF-8FC3-5D4F-54F7219CA29B}" dt="2026-04-13T14:23:00.835" v="1060" actId="20577"/>
          <ac:spMkLst>
            <pc:docMk/>
            <pc:sldMk cId="2650112741" sldId="263"/>
            <ac:spMk id="3" creationId="{2F38A850-48C5-0B3D-5D0B-9A5CCD2180F4}"/>
          </ac:spMkLst>
        </pc:spChg>
      </pc:sldChg>
      <pc:sldChg chg="add del replId">
        <pc:chgData name="Hennysa Omoregie" userId="S::69559002@nebraska.edu::ecae82fc-e8f0-438f-8501-84f2371b7b51" providerId="AD" clId="Web-{26B5F2A7-C3CF-8FC3-5D4F-54F7219CA29B}" dt="2026-04-13T14:07:18.227" v="391"/>
        <pc:sldMkLst>
          <pc:docMk/>
          <pc:sldMk cId="2563763157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S4: Low Fidelity Prototype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Team Glowworm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F52AD-7DE9-58EC-F162-28E38E964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06E30-9D7C-73BE-B11D-7F90FB693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Interactive PWA that transforms keyboard input into playable digital instruments, score‑writing, and multi‑track “band” performances for musicians and/or creators who want an intuitive and customizable way to compose and perform music that can be shared</a:t>
            </a:r>
            <a:endParaRPr lang="en-US">
              <a:solidFill>
                <a:srgbClr val="000000"/>
              </a:solidFill>
              <a:latin typeface="Aptos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38381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7BD7FCF-A254-4A97-A15C-319B67622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2FFAF72-6204-4676-9C6F-9A4CC4D9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87B2F-6603-5D50-2445-0B34DC6E9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4620584" cy="72085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Testing</a:t>
            </a:r>
          </a:p>
        </p:txBody>
      </p:sp>
      <p:pic>
        <p:nvPicPr>
          <p:cNvPr id="3" name="Picture 2" descr="A screenshot of a green screen&#10;&#10;AI-generated content may be incorrect.">
            <a:extLst>
              <a:ext uri="{FF2B5EF4-FFF2-40B4-BE49-F238E27FC236}">
                <a16:creationId xmlns:a16="http://schemas.microsoft.com/office/drawing/2014/main" id="{C9EC4834-E558-A93C-A5C5-5900C1759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703" y="40"/>
            <a:ext cx="6206102" cy="6860584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2FDE222-B529-69F3-E084-5AF022571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1168"/>
            <a:ext cx="4879220" cy="489452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200" b="1">
                <a:ea typeface="+mn-lt"/>
                <a:cs typeface="+mn-lt"/>
              </a:rPr>
              <a:t>Hypothesis: </a:t>
            </a:r>
            <a:r>
              <a:rPr lang="en-US" sz="2200">
                <a:ea typeface="+mn-lt"/>
                <a:cs typeface="+mn-lt"/>
              </a:rPr>
              <a:t>We believe that users will be able to navigate the prototype to "create" music.</a:t>
            </a:r>
          </a:p>
          <a:p>
            <a:r>
              <a:rPr lang="en-US" sz="2200" b="1">
                <a:ea typeface="+mn-lt"/>
                <a:cs typeface="+mn-lt"/>
              </a:rPr>
              <a:t>Testing procedure:</a:t>
            </a:r>
            <a:r>
              <a:rPr lang="en-US" sz="2200">
                <a:ea typeface="+mn-lt"/>
                <a:cs typeface="+mn-lt"/>
              </a:rPr>
              <a:t> To verify, we will ask users questions where they are required to interact with and navigate through the low-fidelity prototype.</a:t>
            </a:r>
          </a:p>
          <a:p>
            <a:r>
              <a:rPr lang="en-US" sz="2200" b="1">
                <a:ea typeface="+mn-lt"/>
                <a:cs typeface="+mn-lt"/>
              </a:rPr>
              <a:t>Metric: </a:t>
            </a:r>
            <a:r>
              <a:rPr lang="en-US" sz="2200">
                <a:ea typeface="+mn-lt"/>
                <a:cs typeface="+mn-lt"/>
              </a:rPr>
              <a:t>We measure the accuracy of how the user interacts with the prototype when prompted in comparison to how the user was intended to interact.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4277837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F1B4D-A706-1AF2-C8D6-634FC2464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 Question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9E96A-04EA-6B31-209A-C0AF5669F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How would you start making music? </a:t>
            </a:r>
          </a:p>
          <a:p>
            <a:r>
              <a:rPr lang="en-US">
                <a:ea typeface="+mn-lt"/>
                <a:cs typeface="+mn-lt"/>
              </a:rPr>
              <a:t>Where would you go if you want to test an instrument? </a:t>
            </a:r>
          </a:p>
          <a:p>
            <a:r>
              <a:rPr lang="en-US">
                <a:ea typeface="+mn-lt"/>
                <a:cs typeface="+mn-lt"/>
              </a:rPr>
              <a:t>Where would you go if you want to change your instrument? </a:t>
            </a:r>
          </a:p>
          <a:p>
            <a:r>
              <a:rPr lang="en-US">
                <a:ea typeface="+mn-lt"/>
                <a:cs typeface="+mn-lt"/>
              </a:rPr>
              <a:t>Where would you go if you want to overlay another score? </a:t>
            </a:r>
          </a:p>
          <a:p>
            <a:r>
              <a:rPr lang="en-US">
                <a:ea typeface="+mn-lt"/>
                <a:cs typeface="+mn-lt"/>
              </a:rPr>
              <a:t>Where would you go if you want to play your score?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517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screenshot of a music application&#10;&#10;AI-generated content may be incorrect.">
            <a:extLst>
              <a:ext uri="{FF2B5EF4-FFF2-40B4-BE49-F238E27FC236}">
                <a16:creationId xmlns:a16="http://schemas.microsoft.com/office/drawing/2014/main" id="{1EF74752-F94B-B401-7F99-93675E36B1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212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059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E82D02-7899-D35D-C698-F6F7CB795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Content Placeholder 2" descr="A screenshot of a music system&#10;&#10;AI-generated content may be incorrect.">
            <a:extLst>
              <a:ext uri="{FF2B5EF4-FFF2-40B4-BE49-F238E27FC236}">
                <a16:creationId xmlns:a16="http://schemas.microsoft.com/office/drawing/2014/main" id="{1A1A7F61-B854-7AF2-B855-43852AB4BA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085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screenshot of a music score sheet&#10;&#10;AI-generated content may be incorrect.">
            <a:extLst>
              <a:ext uri="{FF2B5EF4-FFF2-40B4-BE49-F238E27FC236}">
                <a16:creationId xmlns:a16="http://schemas.microsoft.com/office/drawing/2014/main" id="{B6C57631-8F10-D30B-E901-F812AD10A3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26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136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F378148-6469-24AE-9B77-822DD0F76E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76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023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0B709-F01B-A241-9379-BAA90CAAF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Testing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8A850-48C5-0B3D-5D0B-9A5CCD218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3263"/>
            <a:ext cx="10515600" cy="4882427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>
                <a:ea typeface="+mn-lt"/>
                <a:cs typeface="+mn-lt"/>
              </a:rPr>
              <a:t>All users were able to answer the navigation questions with at least 80% accuracy</a:t>
            </a:r>
            <a:endParaRPr lang="en-US"/>
          </a:p>
          <a:p>
            <a:r>
              <a:rPr lang="en-US"/>
              <a:t>Response Feedback/Changes</a:t>
            </a:r>
          </a:p>
          <a:p>
            <a:pPr lvl="1"/>
            <a:r>
              <a:rPr lang="en-US"/>
              <a:t>Ambiguity on where tracks are being stored when downloaded</a:t>
            </a:r>
          </a:p>
          <a:p>
            <a:pPr lvl="1"/>
            <a:r>
              <a:rPr lang="en-US"/>
              <a:t>Confusion on where user was at based off the navbar (highlight)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Confusion on what each navbar item does at first glance. Maybe add flavor text on link hover?</a:t>
            </a:r>
          </a:p>
          <a:p>
            <a:pPr lvl="1"/>
            <a:r>
              <a:rPr lang="en-US"/>
              <a:t>Need for page design consistency</a:t>
            </a:r>
          </a:p>
          <a:p>
            <a:pPr lvl="1"/>
            <a:r>
              <a:rPr lang="en-US"/>
              <a:t>What file types can be used for overlay process (.m4a, .mp3, etc.)?</a:t>
            </a:r>
          </a:p>
          <a:p>
            <a:pPr lvl="1"/>
            <a:r>
              <a:rPr lang="en-US"/>
              <a:t>How to save tracks? Is it automatic?</a:t>
            </a:r>
          </a:p>
          <a:p>
            <a:pPr lvl="1"/>
            <a:r>
              <a:rPr lang="en-US"/>
              <a:t>How do you share songs? (Need for visible share button)</a:t>
            </a:r>
          </a:p>
          <a:p>
            <a:pPr lvl="1"/>
            <a:r>
              <a:rPr lang="en-US"/>
              <a:t>Can user overlay more than 2 tracks?</a:t>
            </a:r>
          </a:p>
          <a:p>
            <a:pPr lvl="1"/>
            <a:r>
              <a:rPr lang="en-US"/>
              <a:t>If not too complicated, maybe add settings for users the change their </a:t>
            </a:r>
            <a:r>
              <a:rPr lang="en-US" err="1"/>
              <a:t>keybindings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12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S4: Low Fidelity Prototype</vt:lpstr>
      <vt:lpstr>About</vt:lpstr>
      <vt:lpstr>Testing</vt:lpstr>
      <vt:lpstr>Test Question Examples</vt:lpstr>
      <vt:lpstr>PowerPoint Presentation</vt:lpstr>
      <vt:lpstr>PowerPoint Presentation</vt:lpstr>
      <vt:lpstr>PowerPoint Presentation</vt:lpstr>
      <vt:lpstr>PowerPoint Presentation</vt:lpstr>
      <vt:lpstr>Testing 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2026-04-06T19:22:46Z</dcterms:created>
  <dcterms:modified xsi:type="dcterms:W3CDTF">2026-04-13T18:54:50Z</dcterms:modified>
</cp:coreProperties>
</file>